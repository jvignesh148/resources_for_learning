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7" r:id="rId3"/>
    <p:sldId id="256" r:id="rId4"/>
    <p:sldId id="278" r:id="rId5"/>
    <p:sldId id="257" r:id="rId6"/>
    <p:sldId id="272" r:id="rId7"/>
    <p:sldId id="279" r:id="rId8"/>
    <p:sldId id="273" r:id="rId9"/>
    <p:sldId id="274" r:id="rId10"/>
    <p:sldId id="275" r:id="rId11"/>
    <p:sldId id="258" r:id="rId12"/>
    <p:sldId id="259" r:id="rId13"/>
    <p:sldId id="260" r:id="rId14"/>
    <p:sldId id="261" r:id="rId15"/>
    <p:sldId id="262" r:id="rId16"/>
    <p:sldId id="276" r:id="rId17"/>
    <p:sldId id="263" r:id="rId18"/>
    <p:sldId id="264" r:id="rId19"/>
    <p:sldId id="265" r:id="rId20"/>
    <p:sldId id="266" r:id="rId21"/>
    <p:sldId id="267" r:id="rId22"/>
    <p:sldId id="268" r:id="rId23"/>
    <p:sldId id="270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82AD0-5FF3-4CE1-8ED9-FAB2FE3EAF1F}" v="1" dt="2025-12-04T03:36:58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ha J, Salim (Cognizant)" userId="20719370-5c87-470e-b004-933ff40d3a3b" providerId="ADAL" clId="{D413EC67-B113-47E5-8DAD-5A87F1EF90FD}"/>
    <pc:docChg chg="custSel addSld delSld modSld">
      <pc:chgData name="Basha J, Salim (Cognizant)" userId="20719370-5c87-470e-b004-933ff40d3a3b" providerId="ADAL" clId="{D413EC67-B113-47E5-8DAD-5A87F1EF90FD}" dt="2025-12-04T03:38:59.699" v="92"/>
      <pc:docMkLst>
        <pc:docMk/>
      </pc:docMkLst>
      <pc:sldChg chg="addSp modSp new mod setBg addAnim">
        <pc:chgData name="Basha J, Salim (Cognizant)" userId="20719370-5c87-470e-b004-933ff40d3a3b" providerId="ADAL" clId="{D413EC67-B113-47E5-8DAD-5A87F1EF90FD}" dt="2025-12-04T03:36:58.845" v="33" actId="20577"/>
        <pc:sldMkLst>
          <pc:docMk/>
          <pc:sldMk cId="792496793" sldId="277"/>
        </pc:sldMkLst>
        <pc:spChg chg="mod">
          <ac:chgData name="Basha J, Salim (Cognizant)" userId="20719370-5c87-470e-b004-933ff40d3a3b" providerId="ADAL" clId="{D413EC67-B113-47E5-8DAD-5A87F1EF90FD}" dt="2025-12-04T03:36:58.845" v="33" actId="20577"/>
          <ac:spMkLst>
            <pc:docMk/>
            <pc:sldMk cId="792496793" sldId="277"/>
            <ac:spMk id="2" creationId="{F2420FDD-54DC-0F82-09FA-CB9BF6792AA9}"/>
          </ac:spMkLst>
        </pc:spChg>
        <pc:spChg chg="add">
          <ac:chgData name="Basha J, Salim (Cognizant)" userId="20719370-5c87-470e-b004-933ff40d3a3b" providerId="ADAL" clId="{D413EC67-B113-47E5-8DAD-5A87F1EF90FD}" dt="2025-12-04T03:36:52.517" v="30" actId="26606"/>
          <ac:spMkLst>
            <pc:docMk/>
            <pc:sldMk cId="792496793" sldId="277"/>
            <ac:spMk id="9" creationId="{A3363022-C969-41E9-8EB2-E4C94908C1FA}"/>
          </ac:spMkLst>
        </pc:spChg>
        <pc:spChg chg="add">
          <ac:chgData name="Basha J, Salim (Cognizant)" userId="20719370-5c87-470e-b004-933ff40d3a3b" providerId="ADAL" clId="{D413EC67-B113-47E5-8DAD-5A87F1EF90FD}" dt="2025-12-04T03:36:52.517" v="30" actId="26606"/>
          <ac:spMkLst>
            <pc:docMk/>
            <pc:sldMk cId="792496793" sldId="277"/>
            <ac:spMk id="11" creationId="{8D1AD6B3-BE88-4CEB-BA17-790657CC4729}"/>
          </ac:spMkLst>
        </pc:spChg>
        <pc:grpChg chg="add">
          <ac:chgData name="Basha J, Salim (Cognizant)" userId="20719370-5c87-470e-b004-933ff40d3a3b" providerId="ADAL" clId="{D413EC67-B113-47E5-8DAD-5A87F1EF90FD}" dt="2025-12-04T03:36:52.517" v="30" actId="26606"/>
          <ac:grpSpMkLst>
            <pc:docMk/>
            <pc:sldMk cId="792496793" sldId="277"/>
            <ac:grpSpMk id="13" creationId="{89D1390B-7E13-4B4F-9CB2-391063412E54}"/>
          </ac:grpSpMkLst>
        </pc:grpChg>
        <pc:picChg chg="add">
          <ac:chgData name="Basha J, Salim (Cognizant)" userId="20719370-5c87-470e-b004-933ff40d3a3b" providerId="ADAL" clId="{D413EC67-B113-47E5-8DAD-5A87F1EF90FD}" dt="2025-12-04T03:36:52.517" v="30" actId="26606"/>
          <ac:picMkLst>
            <pc:docMk/>
            <pc:sldMk cId="792496793" sldId="277"/>
            <ac:picMk id="6" creationId="{DBE8F610-BCAA-F569-A9FE-F5FF12B9F25E}"/>
          </ac:picMkLst>
        </pc:picChg>
      </pc:sldChg>
      <pc:sldChg chg="addSp modSp new mod setBg addAnim">
        <pc:chgData name="Basha J, Salim (Cognizant)" userId="20719370-5c87-470e-b004-933ff40d3a3b" providerId="ADAL" clId="{D413EC67-B113-47E5-8DAD-5A87F1EF90FD}" dt="2025-12-04T03:37:35.887" v="62"/>
        <pc:sldMkLst>
          <pc:docMk/>
          <pc:sldMk cId="1766085579" sldId="278"/>
        </pc:sldMkLst>
        <pc:spChg chg="mod">
          <ac:chgData name="Basha J, Salim (Cognizant)" userId="20719370-5c87-470e-b004-933ff40d3a3b" providerId="ADAL" clId="{D413EC67-B113-47E5-8DAD-5A87F1EF90FD}" dt="2025-12-04T03:37:35.885" v="61" actId="26606"/>
          <ac:spMkLst>
            <pc:docMk/>
            <pc:sldMk cId="1766085579" sldId="278"/>
            <ac:spMk id="2" creationId="{45B83A20-D758-49A8-771E-8788C847A281}"/>
          </ac:spMkLst>
        </pc:spChg>
        <pc:spChg chg="add">
          <ac:chgData name="Basha J, Salim (Cognizant)" userId="20719370-5c87-470e-b004-933ff40d3a3b" providerId="ADAL" clId="{D413EC67-B113-47E5-8DAD-5A87F1EF90FD}" dt="2025-12-04T03:37:35.885" v="61" actId="26606"/>
          <ac:spMkLst>
            <pc:docMk/>
            <pc:sldMk cId="1766085579" sldId="278"/>
            <ac:spMk id="7" creationId="{6DDA8CE9-E0A6-4FF2-823D-D08607606DC2}"/>
          </ac:spMkLst>
        </pc:spChg>
        <pc:spChg chg="add">
          <ac:chgData name="Basha J, Salim (Cognizant)" userId="20719370-5c87-470e-b004-933ff40d3a3b" providerId="ADAL" clId="{D413EC67-B113-47E5-8DAD-5A87F1EF90FD}" dt="2025-12-04T03:37:35.885" v="61" actId="26606"/>
          <ac:spMkLst>
            <pc:docMk/>
            <pc:sldMk cId="1766085579" sldId="278"/>
            <ac:spMk id="9" creationId="{11195564-33B9-434B-9641-764F5905A56F}"/>
          </ac:spMkLst>
        </pc:spChg>
        <pc:grpChg chg="add">
          <ac:chgData name="Basha J, Salim (Cognizant)" userId="20719370-5c87-470e-b004-933ff40d3a3b" providerId="ADAL" clId="{D413EC67-B113-47E5-8DAD-5A87F1EF90FD}" dt="2025-12-04T03:37:35.885" v="61" actId="26606"/>
          <ac:grpSpMkLst>
            <pc:docMk/>
            <pc:sldMk cId="1766085579" sldId="278"/>
            <ac:grpSpMk id="11" creationId="{1D18C537-E336-47C4-836B-C342A230F8F3}"/>
          </ac:grpSpMkLst>
        </pc:grpChg>
        <pc:grpChg chg="add">
          <ac:chgData name="Basha J, Salim (Cognizant)" userId="20719370-5c87-470e-b004-933ff40d3a3b" providerId="ADAL" clId="{D413EC67-B113-47E5-8DAD-5A87F1EF90FD}" dt="2025-12-04T03:37:35.885" v="61" actId="26606"/>
          <ac:grpSpMkLst>
            <pc:docMk/>
            <pc:sldMk cId="1766085579" sldId="278"/>
            <ac:grpSpMk id="17" creationId="{5A1259D8-0C3A-4069-A22F-537BBBB61A9C}"/>
          </ac:grpSpMkLst>
        </pc:grpChg>
      </pc:sldChg>
      <pc:sldChg chg="addSp modSp new mod setBg addAnim">
        <pc:chgData name="Basha J, Salim (Cognizant)" userId="20719370-5c87-470e-b004-933ff40d3a3b" providerId="ADAL" clId="{D413EC67-B113-47E5-8DAD-5A87F1EF90FD}" dt="2025-12-04T03:38:59.699" v="92"/>
        <pc:sldMkLst>
          <pc:docMk/>
          <pc:sldMk cId="220563804" sldId="279"/>
        </pc:sldMkLst>
        <pc:spChg chg="mod">
          <ac:chgData name="Basha J, Salim (Cognizant)" userId="20719370-5c87-470e-b004-933ff40d3a3b" providerId="ADAL" clId="{D413EC67-B113-47E5-8DAD-5A87F1EF90FD}" dt="2025-12-04T03:38:59.697" v="90" actId="26606"/>
          <ac:spMkLst>
            <pc:docMk/>
            <pc:sldMk cId="220563804" sldId="279"/>
            <ac:spMk id="2" creationId="{C1E1B51B-0E91-BC36-0E3C-5E1AB44832E8}"/>
          </ac:spMkLst>
        </pc:spChg>
        <pc:spChg chg="add">
          <ac:chgData name="Basha J, Salim (Cognizant)" userId="20719370-5c87-470e-b004-933ff40d3a3b" providerId="ADAL" clId="{D413EC67-B113-47E5-8DAD-5A87F1EF90FD}" dt="2025-12-04T03:38:59.697" v="90" actId="26606"/>
          <ac:spMkLst>
            <pc:docMk/>
            <pc:sldMk cId="220563804" sldId="279"/>
            <ac:spMk id="9" creationId="{A3363022-C969-41E9-8EB2-E4C94908C1FA}"/>
          </ac:spMkLst>
        </pc:spChg>
        <pc:spChg chg="add">
          <ac:chgData name="Basha J, Salim (Cognizant)" userId="20719370-5c87-470e-b004-933ff40d3a3b" providerId="ADAL" clId="{D413EC67-B113-47E5-8DAD-5A87F1EF90FD}" dt="2025-12-04T03:38:59.697" v="90" actId="26606"/>
          <ac:spMkLst>
            <pc:docMk/>
            <pc:sldMk cId="220563804" sldId="279"/>
            <ac:spMk id="11" creationId="{8D1AD6B3-BE88-4CEB-BA17-790657CC4729}"/>
          </ac:spMkLst>
        </pc:spChg>
        <pc:grpChg chg="add">
          <ac:chgData name="Basha J, Salim (Cognizant)" userId="20719370-5c87-470e-b004-933ff40d3a3b" providerId="ADAL" clId="{D413EC67-B113-47E5-8DAD-5A87F1EF90FD}" dt="2025-12-04T03:38:59.697" v="90" actId="26606"/>
          <ac:grpSpMkLst>
            <pc:docMk/>
            <pc:sldMk cId="220563804" sldId="279"/>
            <ac:grpSpMk id="13" creationId="{89D1390B-7E13-4B4F-9CB2-391063412E54}"/>
          </ac:grpSpMkLst>
        </pc:grpChg>
        <pc:picChg chg="add">
          <ac:chgData name="Basha J, Salim (Cognizant)" userId="20719370-5c87-470e-b004-933ff40d3a3b" providerId="ADAL" clId="{D413EC67-B113-47E5-8DAD-5A87F1EF90FD}" dt="2025-12-04T03:38:59.697" v="90" actId="26606"/>
          <ac:picMkLst>
            <pc:docMk/>
            <pc:sldMk cId="220563804" sldId="279"/>
            <ac:picMk id="6" creationId="{7D98C982-90C5-D243-DA74-CAC560511F2D}"/>
          </ac:picMkLst>
        </pc:picChg>
      </pc:sldChg>
      <pc:sldChg chg="new del">
        <pc:chgData name="Basha J, Salim (Cognizant)" userId="20719370-5c87-470e-b004-933ff40d3a3b" providerId="ADAL" clId="{D413EC67-B113-47E5-8DAD-5A87F1EF90FD}" dt="2025-12-04T03:38:34.052" v="64" actId="47"/>
        <pc:sldMkLst>
          <pc:docMk/>
          <pc:sldMk cId="3235164780" sldId="279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8732BF-83C4-4C54-A5D5-C04EE8A1A1C8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8CFF27-1D05-4D2A-983B-2C00F02AE152}">
      <dgm:prSet/>
      <dgm:spPr/>
      <dgm:t>
        <a:bodyPr/>
        <a:lstStyle/>
        <a:p>
          <a:r>
            <a:rPr lang="en-IN"/>
            <a:t>Software is a set of instructions, data or program used to operate computers and perform specific tasks.</a:t>
          </a:r>
          <a:endParaRPr lang="en-US"/>
        </a:p>
      </dgm:t>
    </dgm:pt>
    <dgm:pt modelId="{50DB43F3-A608-4A3C-B9E6-6F3F3BDB16EE}" type="parTrans" cxnId="{FD72B2E7-07E7-43FA-BBF3-303660401EFD}">
      <dgm:prSet/>
      <dgm:spPr/>
      <dgm:t>
        <a:bodyPr/>
        <a:lstStyle/>
        <a:p>
          <a:endParaRPr lang="en-US"/>
        </a:p>
      </dgm:t>
    </dgm:pt>
    <dgm:pt modelId="{8E0C1C41-8077-45F9-8CF0-024CCC291E59}" type="sibTrans" cxnId="{FD72B2E7-07E7-43FA-BBF3-303660401EFD}">
      <dgm:prSet/>
      <dgm:spPr/>
      <dgm:t>
        <a:bodyPr/>
        <a:lstStyle/>
        <a:p>
          <a:endParaRPr lang="en-US"/>
        </a:p>
      </dgm:t>
    </dgm:pt>
    <dgm:pt modelId="{63BE43D5-2F44-4131-A77D-465CFD49375D}">
      <dgm:prSet/>
      <dgm:spPr/>
      <dgm:t>
        <a:bodyPr/>
        <a:lstStyle/>
        <a:p>
          <a:r>
            <a:rPr lang="en-IN" b="1"/>
            <a:t>Types of software</a:t>
          </a:r>
          <a:endParaRPr lang="en-US"/>
        </a:p>
      </dgm:t>
    </dgm:pt>
    <dgm:pt modelId="{A1950FB9-BC1A-49B7-9FC5-FCB85B8D9958}" type="parTrans" cxnId="{8BC84E0A-6A63-496E-9961-5B32B08B6923}">
      <dgm:prSet/>
      <dgm:spPr/>
      <dgm:t>
        <a:bodyPr/>
        <a:lstStyle/>
        <a:p>
          <a:endParaRPr lang="en-US"/>
        </a:p>
      </dgm:t>
    </dgm:pt>
    <dgm:pt modelId="{CC4C0550-7210-40AA-A2D9-DD1FBEF917D2}" type="sibTrans" cxnId="{8BC84E0A-6A63-496E-9961-5B32B08B6923}">
      <dgm:prSet/>
      <dgm:spPr/>
      <dgm:t>
        <a:bodyPr/>
        <a:lstStyle/>
        <a:p>
          <a:endParaRPr lang="en-US"/>
        </a:p>
      </dgm:t>
    </dgm:pt>
    <dgm:pt modelId="{CF1E61B1-3EC7-4E37-A006-F2FB1B2E6268}">
      <dgm:prSet/>
      <dgm:spPr/>
      <dgm:t>
        <a:bodyPr/>
        <a:lstStyle/>
        <a:p>
          <a:r>
            <a:rPr lang="en-IN"/>
            <a:t>1. System software</a:t>
          </a:r>
          <a:endParaRPr lang="en-US"/>
        </a:p>
      </dgm:t>
    </dgm:pt>
    <dgm:pt modelId="{2DD51F7F-A2D8-42E3-A9F7-7E843EE917A1}" type="parTrans" cxnId="{2197D254-1BD2-4D5E-8FB5-673D793748E4}">
      <dgm:prSet/>
      <dgm:spPr/>
      <dgm:t>
        <a:bodyPr/>
        <a:lstStyle/>
        <a:p>
          <a:endParaRPr lang="en-US"/>
        </a:p>
      </dgm:t>
    </dgm:pt>
    <dgm:pt modelId="{48A6601E-FF4B-4F60-8AA4-1744E8DEEDBD}" type="sibTrans" cxnId="{2197D254-1BD2-4D5E-8FB5-673D793748E4}">
      <dgm:prSet/>
      <dgm:spPr/>
      <dgm:t>
        <a:bodyPr/>
        <a:lstStyle/>
        <a:p>
          <a:endParaRPr lang="en-US"/>
        </a:p>
      </dgm:t>
    </dgm:pt>
    <dgm:pt modelId="{0C0A5C41-B6A4-4768-86DC-59A58154E73F}">
      <dgm:prSet/>
      <dgm:spPr/>
      <dgm:t>
        <a:bodyPr/>
        <a:lstStyle/>
        <a:p>
          <a:r>
            <a:rPr lang="en-IN"/>
            <a:t>2. Application software</a:t>
          </a:r>
          <a:endParaRPr lang="en-US"/>
        </a:p>
      </dgm:t>
    </dgm:pt>
    <dgm:pt modelId="{22D2349B-2174-4C00-8E14-67E9F76AC415}" type="parTrans" cxnId="{5709632B-AA8C-49D6-94F2-E37A74862A44}">
      <dgm:prSet/>
      <dgm:spPr/>
      <dgm:t>
        <a:bodyPr/>
        <a:lstStyle/>
        <a:p>
          <a:endParaRPr lang="en-US"/>
        </a:p>
      </dgm:t>
    </dgm:pt>
    <dgm:pt modelId="{17159619-339A-4285-A6FD-57061157B157}" type="sibTrans" cxnId="{5709632B-AA8C-49D6-94F2-E37A74862A44}">
      <dgm:prSet/>
      <dgm:spPr/>
      <dgm:t>
        <a:bodyPr/>
        <a:lstStyle/>
        <a:p>
          <a:endParaRPr lang="en-US"/>
        </a:p>
      </dgm:t>
    </dgm:pt>
    <dgm:pt modelId="{26F8B15A-7F88-4F21-A87D-CCC66D51FBA5}" type="pres">
      <dgm:prSet presAssocID="{DC8732BF-83C4-4C54-A5D5-C04EE8A1A1C8}" presName="Name0" presStyleCnt="0">
        <dgm:presLayoutVars>
          <dgm:dir/>
          <dgm:animLvl val="lvl"/>
          <dgm:resizeHandles val="exact"/>
        </dgm:presLayoutVars>
      </dgm:prSet>
      <dgm:spPr/>
    </dgm:pt>
    <dgm:pt modelId="{66BCFCDA-F9CF-4F7D-A005-5E18069D7058}" type="pres">
      <dgm:prSet presAssocID="{63BE43D5-2F44-4131-A77D-465CFD49375D}" presName="boxAndChildren" presStyleCnt="0"/>
      <dgm:spPr/>
    </dgm:pt>
    <dgm:pt modelId="{C7344C81-5621-4864-AE41-B50A4F8BDED1}" type="pres">
      <dgm:prSet presAssocID="{63BE43D5-2F44-4131-A77D-465CFD49375D}" presName="parentTextBox" presStyleLbl="node1" presStyleIdx="0" presStyleCnt="2"/>
      <dgm:spPr/>
    </dgm:pt>
    <dgm:pt modelId="{B16C8C31-35C4-4571-AAB3-7F3CC113F241}" type="pres">
      <dgm:prSet presAssocID="{63BE43D5-2F44-4131-A77D-465CFD49375D}" presName="entireBox" presStyleLbl="node1" presStyleIdx="0" presStyleCnt="2"/>
      <dgm:spPr/>
    </dgm:pt>
    <dgm:pt modelId="{74348A9B-25CB-49DA-A62E-5F0158A1AE9D}" type="pres">
      <dgm:prSet presAssocID="{63BE43D5-2F44-4131-A77D-465CFD49375D}" presName="descendantBox" presStyleCnt="0"/>
      <dgm:spPr/>
    </dgm:pt>
    <dgm:pt modelId="{794F9CCC-C644-4564-B0C3-31E677F25B1F}" type="pres">
      <dgm:prSet presAssocID="{CF1E61B1-3EC7-4E37-A006-F2FB1B2E6268}" presName="childTextBox" presStyleLbl="fgAccFollowNode1" presStyleIdx="0" presStyleCnt="2">
        <dgm:presLayoutVars>
          <dgm:bulletEnabled val="1"/>
        </dgm:presLayoutVars>
      </dgm:prSet>
      <dgm:spPr/>
    </dgm:pt>
    <dgm:pt modelId="{892F46B4-E2BB-4D41-98FC-4F55966BF450}" type="pres">
      <dgm:prSet presAssocID="{0C0A5C41-B6A4-4768-86DC-59A58154E73F}" presName="childTextBox" presStyleLbl="fgAccFollowNode1" presStyleIdx="1" presStyleCnt="2">
        <dgm:presLayoutVars>
          <dgm:bulletEnabled val="1"/>
        </dgm:presLayoutVars>
      </dgm:prSet>
      <dgm:spPr/>
    </dgm:pt>
    <dgm:pt modelId="{6672E5A4-109F-46DD-B6DE-12FF5A1D1C8C}" type="pres">
      <dgm:prSet presAssocID="{8E0C1C41-8077-45F9-8CF0-024CCC291E59}" presName="sp" presStyleCnt="0"/>
      <dgm:spPr/>
    </dgm:pt>
    <dgm:pt modelId="{3DBD3621-C365-482E-872B-934B2F2454D0}" type="pres">
      <dgm:prSet presAssocID="{908CFF27-1D05-4D2A-983B-2C00F02AE152}" presName="arrowAndChildren" presStyleCnt="0"/>
      <dgm:spPr/>
    </dgm:pt>
    <dgm:pt modelId="{10F0069D-53A1-46EA-99E1-6414046C0D6A}" type="pres">
      <dgm:prSet presAssocID="{908CFF27-1D05-4D2A-983B-2C00F02AE152}" presName="parentTextArrow" presStyleLbl="node1" presStyleIdx="1" presStyleCnt="2"/>
      <dgm:spPr/>
    </dgm:pt>
  </dgm:ptLst>
  <dgm:cxnLst>
    <dgm:cxn modelId="{1D597C05-3BD4-43F4-872F-4B1D960E276A}" type="presOf" srcId="{DC8732BF-83C4-4C54-A5D5-C04EE8A1A1C8}" destId="{26F8B15A-7F88-4F21-A87D-CCC66D51FBA5}" srcOrd="0" destOrd="0" presId="urn:microsoft.com/office/officeart/2005/8/layout/process4"/>
    <dgm:cxn modelId="{8BC84E0A-6A63-496E-9961-5B32B08B6923}" srcId="{DC8732BF-83C4-4C54-A5D5-C04EE8A1A1C8}" destId="{63BE43D5-2F44-4131-A77D-465CFD49375D}" srcOrd="1" destOrd="0" parTransId="{A1950FB9-BC1A-49B7-9FC5-FCB85B8D9958}" sibTransId="{CC4C0550-7210-40AA-A2D9-DD1FBEF917D2}"/>
    <dgm:cxn modelId="{5709632B-AA8C-49D6-94F2-E37A74862A44}" srcId="{63BE43D5-2F44-4131-A77D-465CFD49375D}" destId="{0C0A5C41-B6A4-4768-86DC-59A58154E73F}" srcOrd="1" destOrd="0" parTransId="{22D2349B-2174-4C00-8E14-67E9F76AC415}" sibTransId="{17159619-339A-4285-A6FD-57061157B157}"/>
    <dgm:cxn modelId="{E16A5032-52F0-42D0-8EDC-5961DCABAD01}" type="presOf" srcId="{63BE43D5-2F44-4131-A77D-465CFD49375D}" destId="{B16C8C31-35C4-4571-AAB3-7F3CC113F241}" srcOrd="1" destOrd="0" presId="urn:microsoft.com/office/officeart/2005/8/layout/process4"/>
    <dgm:cxn modelId="{2197D254-1BD2-4D5E-8FB5-673D793748E4}" srcId="{63BE43D5-2F44-4131-A77D-465CFD49375D}" destId="{CF1E61B1-3EC7-4E37-A006-F2FB1B2E6268}" srcOrd="0" destOrd="0" parTransId="{2DD51F7F-A2D8-42E3-A9F7-7E843EE917A1}" sibTransId="{48A6601E-FF4B-4F60-8AA4-1744E8DEEDBD}"/>
    <dgm:cxn modelId="{6305EF92-B126-498F-87DB-085CBDF75461}" type="presOf" srcId="{63BE43D5-2F44-4131-A77D-465CFD49375D}" destId="{C7344C81-5621-4864-AE41-B50A4F8BDED1}" srcOrd="0" destOrd="0" presId="urn:microsoft.com/office/officeart/2005/8/layout/process4"/>
    <dgm:cxn modelId="{1D6A44A1-8ABD-478D-8533-7F5EEE3E2561}" type="presOf" srcId="{0C0A5C41-B6A4-4768-86DC-59A58154E73F}" destId="{892F46B4-E2BB-4D41-98FC-4F55966BF450}" srcOrd="0" destOrd="0" presId="urn:microsoft.com/office/officeart/2005/8/layout/process4"/>
    <dgm:cxn modelId="{AAD559A2-5450-4DFA-8198-2CDBC163DBC5}" type="presOf" srcId="{908CFF27-1D05-4D2A-983B-2C00F02AE152}" destId="{10F0069D-53A1-46EA-99E1-6414046C0D6A}" srcOrd="0" destOrd="0" presId="urn:microsoft.com/office/officeart/2005/8/layout/process4"/>
    <dgm:cxn modelId="{EF82C3CE-C9DB-4C4A-9CCA-54BC814A90B9}" type="presOf" srcId="{CF1E61B1-3EC7-4E37-A006-F2FB1B2E6268}" destId="{794F9CCC-C644-4564-B0C3-31E677F25B1F}" srcOrd="0" destOrd="0" presId="urn:microsoft.com/office/officeart/2005/8/layout/process4"/>
    <dgm:cxn modelId="{FD72B2E7-07E7-43FA-BBF3-303660401EFD}" srcId="{DC8732BF-83C4-4C54-A5D5-C04EE8A1A1C8}" destId="{908CFF27-1D05-4D2A-983B-2C00F02AE152}" srcOrd="0" destOrd="0" parTransId="{50DB43F3-A608-4A3C-B9E6-6F3F3BDB16EE}" sibTransId="{8E0C1C41-8077-45F9-8CF0-024CCC291E59}"/>
    <dgm:cxn modelId="{18F9ECAF-0AF5-4947-909C-256328C9D924}" type="presParOf" srcId="{26F8B15A-7F88-4F21-A87D-CCC66D51FBA5}" destId="{66BCFCDA-F9CF-4F7D-A005-5E18069D7058}" srcOrd="0" destOrd="0" presId="urn:microsoft.com/office/officeart/2005/8/layout/process4"/>
    <dgm:cxn modelId="{1170CF8B-CA29-4721-A454-A2C7BA5C2709}" type="presParOf" srcId="{66BCFCDA-F9CF-4F7D-A005-5E18069D7058}" destId="{C7344C81-5621-4864-AE41-B50A4F8BDED1}" srcOrd="0" destOrd="0" presId="urn:microsoft.com/office/officeart/2005/8/layout/process4"/>
    <dgm:cxn modelId="{85113FB5-806E-4E6A-B85E-02EF5D310D9F}" type="presParOf" srcId="{66BCFCDA-F9CF-4F7D-A005-5E18069D7058}" destId="{B16C8C31-35C4-4571-AAB3-7F3CC113F241}" srcOrd="1" destOrd="0" presId="urn:microsoft.com/office/officeart/2005/8/layout/process4"/>
    <dgm:cxn modelId="{2738D3D8-DAED-4010-9DF5-28A11B5529D7}" type="presParOf" srcId="{66BCFCDA-F9CF-4F7D-A005-5E18069D7058}" destId="{74348A9B-25CB-49DA-A62E-5F0158A1AE9D}" srcOrd="2" destOrd="0" presId="urn:microsoft.com/office/officeart/2005/8/layout/process4"/>
    <dgm:cxn modelId="{5D4C8DBB-3FA6-4F19-B198-78EFEDD3FF07}" type="presParOf" srcId="{74348A9B-25CB-49DA-A62E-5F0158A1AE9D}" destId="{794F9CCC-C644-4564-B0C3-31E677F25B1F}" srcOrd="0" destOrd="0" presId="urn:microsoft.com/office/officeart/2005/8/layout/process4"/>
    <dgm:cxn modelId="{92297C58-35C4-4E17-9B54-C43998178BC3}" type="presParOf" srcId="{74348A9B-25CB-49DA-A62E-5F0158A1AE9D}" destId="{892F46B4-E2BB-4D41-98FC-4F55966BF450}" srcOrd="1" destOrd="0" presId="urn:microsoft.com/office/officeart/2005/8/layout/process4"/>
    <dgm:cxn modelId="{066181F2-409E-4135-B9F2-ECF41FB5377D}" type="presParOf" srcId="{26F8B15A-7F88-4F21-A87D-CCC66D51FBA5}" destId="{6672E5A4-109F-46DD-B6DE-12FF5A1D1C8C}" srcOrd="1" destOrd="0" presId="urn:microsoft.com/office/officeart/2005/8/layout/process4"/>
    <dgm:cxn modelId="{C96C8A99-8E2C-4101-B8A0-E41BB688B10A}" type="presParOf" srcId="{26F8B15A-7F88-4F21-A87D-CCC66D51FBA5}" destId="{3DBD3621-C365-482E-872B-934B2F2454D0}" srcOrd="2" destOrd="0" presId="urn:microsoft.com/office/officeart/2005/8/layout/process4"/>
    <dgm:cxn modelId="{735A2197-353D-4D32-9545-58C0A044E6D2}" type="presParOf" srcId="{3DBD3621-C365-482E-872B-934B2F2454D0}" destId="{10F0069D-53A1-46EA-99E1-6414046C0D6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F2F5D4-9F5A-4992-96F9-37E7CFFD6E7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CB2E526-EF99-4E1C-8331-A420B98312E4}">
      <dgm:prSet/>
      <dgm:spPr/>
      <dgm:t>
        <a:bodyPr/>
        <a:lstStyle/>
        <a:p>
          <a:r>
            <a:rPr lang="en-IN" b="1"/>
            <a:t>Error</a:t>
          </a:r>
          <a:endParaRPr lang="en-US"/>
        </a:p>
      </dgm:t>
    </dgm:pt>
    <dgm:pt modelId="{E358DF1F-4D37-4515-924B-991E669E5A4A}" type="parTrans" cxnId="{84E35C7C-2B7C-4D76-9ADC-FE8D4FD0174D}">
      <dgm:prSet/>
      <dgm:spPr/>
      <dgm:t>
        <a:bodyPr/>
        <a:lstStyle/>
        <a:p>
          <a:endParaRPr lang="en-US"/>
        </a:p>
      </dgm:t>
    </dgm:pt>
    <dgm:pt modelId="{0AFC7A0A-B729-4091-BD65-751065C05E81}" type="sibTrans" cxnId="{84E35C7C-2B7C-4D76-9ADC-FE8D4FD0174D}">
      <dgm:prSet/>
      <dgm:spPr/>
      <dgm:t>
        <a:bodyPr/>
        <a:lstStyle/>
        <a:p>
          <a:endParaRPr lang="en-US"/>
        </a:p>
      </dgm:t>
    </dgm:pt>
    <dgm:pt modelId="{6478732B-BDCA-47EC-9BC3-D97D60D4A1F8}">
      <dgm:prSet/>
      <dgm:spPr/>
      <dgm:t>
        <a:bodyPr/>
        <a:lstStyle/>
        <a:p>
          <a:r>
            <a:rPr lang="en-IN" dirty="0"/>
            <a:t>An error is a </a:t>
          </a:r>
          <a:r>
            <a:rPr lang="en-IN" b="1" dirty="0"/>
            <a:t>mistake a coder makes during the software development </a:t>
          </a:r>
          <a:r>
            <a:rPr lang="en-IN" dirty="0"/>
            <a:t>process.	</a:t>
          </a:r>
          <a:endParaRPr lang="en-US" dirty="0"/>
        </a:p>
      </dgm:t>
    </dgm:pt>
    <dgm:pt modelId="{083DBA7E-0B14-43B0-B33A-BE1782D28CEE}" type="parTrans" cxnId="{CF8CB6EF-7745-4DE8-8733-6D178B257069}">
      <dgm:prSet/>
      <dgm:spPr/>
      <dgm:t>
        <a:bodyPr/>
        <a:lstStyle/>
        <a:p>
          <a:endParaRPr lang="en-US"/>
        </a:p>
      </dgm:t>
    </dgm:pt>
    <dgm:pt modelId="{E75D88D7-6EF3-4134-B8AC-C66988E31ADB}" type="sibTrans" cxnId="{CF8CB6EF-7745-4DE8-8733-6D178B257069}">
      <dgm:prSet/>
      <dgm:spPr/>
      <dgm:t>
        <a:bodyPr/>
        <a:lstStyle/>
        <a:p>
          <a:endParaRPr lang="en-US"/>
        </a:p>
      </dgm:t>
    </dgm:pt>
    <dgm:pt modelId="{FA8935DB-92F1-4C67-9E9C-40A465E91769}">
      <dgm:prSet/>
      <dgm:spPr/>
      <dgm:t>
        <a:bodyPr/>
        <a:lstStyle/>
        <a:p>
          <a:r>
            <a:rPr lang="en-IN" b="1"/>
            <a:t>Bug:</a:t>
          </a:r>
          <a:endParaRPr lang="en-US"/>
        </a:p>
      </dgm:t>
    </dgm:pt>
    <dgm:pt modelId="{152E1300-3225-4197-BA59-6A2B8367B520}" type="parTrans" cxnId="{503C80AE-B534-4999-B5E0-4264CB28CE4A}">
      <dgm:prSet/>
      <dgm:spPr/>
      <dgm:t>
        <a:bodyPr/>
        <a:lstStyle/>
        <a:p>
          <a:endParaRPr lang="en-US"/>
        </a:p>
      </dgm:t>
    </dgm:pt>
    <dgm:pt modelId="{E8A58A9E-5D4C-46C3-83A9-925235BD78E8}" type="sibTrans" cxnId="{503C80AE-B534-4999-B5E0-4264CB28CE4A}">
      <dgm:prSet/>
      <dgm:spPr/>
      <dgm:t>
        <a:bodyPr/>
        <a:lstStyle/>
        <a:p>
          <a:endParaRPr lang="en-US"/>
        </a:p>
      </dgm:t>
    </dgm:pt>
    <dgm:pt modelId="{9D9B7936-C2EE-4855-9B06-16DA748E8814}">
      <dgm:prSet/>
      <dgm:spPr/>
      <dgm:t>
        <a:bodyPr/>
        <a:lstStyle/>
        <a:p>
          <a:r>
            <a:rPr lang="en-IN" dirty="0"/>
            <a:t>The </a:t>
          </a:r>
          <a:r>
            <a:rPr lang="en-IN" b="1" dirty="0"/>
            <a:t>incorrect part of the software code </a:t>
          </a:r>
          <a:r>
            <a:rPr lang="en-IN" dirty="0"/>
            <a:t>or design caused by an error.</a:t>
          </a:r>
          <a:endParaRPr lang="en-US" dirty="0"/>
        </a:p>
      </dgm:t>
    </dgm:pt>
    <dgm:pt modelId="{86DE0805-DC29-4BDB-B02F-C5B85F321148}" type="parTrans" cxnId="{55BBFE48-05AC-4245-8F82-DA907E1BB9CC}">
      <dgm:prSet/>
      <dgm:spPr/>
      <dgm:t>
        <a:bodyPr/>
        <a:lstStyle/>
        <a:p>
          <a:endParaRPr lang="en-US"/>
        </a:p>
      </dgm:t>
    </dgm:pt>
    <dgm:pt modelId="{4CC34FCA-86DE-41F2-A166-F6D96708480D}" type="sibTrans" cxnId="{55BBFE48-05AC-4245-8F82-DA907E1BB9CC}">
      <dgm:prSet/>
      <dgm:spPr/>
      <dgm:t>
        <a:bodyPr/>
        <a:lstStyle/>
        <a:p>
          <a:endParaRPr lang="en-US"/>
        </a:p>
      </dgm:t>
    </dgm:pt>
    <dgm:pt modelId="{C405CB3D-491C-4929-8229-C343DFF81EE8}">
      <dgm:prSet/>
      <dgm:spPr/>
      <dgm:t>
        <a:bodyPr/>
        <a:lstStyle/>
        <a:p>
          <a:r>
            <a:rPr lang="en-IN" b="1" dirty="0"/>
            <a:t>Failure:</a:t>
          </a:r>
          <a:endParaRPr lang="en-US" dirty="0"/>
        </a:p>
      </dgm:t>
    </dgm:pt>
    <dgm:pt modelId="{7E6595DF-8C73-4334-B92D-52B2198B6744}" type="parTrans" cxnId="{A7AEC26F-06FA-4374-98BF-093092ABAD92}">
      <dgm:prSet/>
      <dgm:spPr/>
      <dgm:t>
        <a:bodyPr/>
        <a:lstStyle/>
        <a:p>
          <a:endParaRPr lang="en-US"/>
        </a:p>
      </dgm:t>
    </dgm:pt>
    <dgm:pt modelId="{2014269B-24A6-404F-B90F-C8542354DE05}" type="sibTrans" cxnId="{A7AEC26F-06FA-4374-98BF-093092ABAD92}">
      <dgm:prSet/>
      <dgm:spPr/>
      <dgm:t>
        <a:bodyPr/>
        <a:lstStyle/>
        <a:p>
          <a:endParaRPr lang="en-US"/>
        </a:p>
      </dgm:t>
    </dgm:pt>
    <dgm:pt modelId="{F731B01C-DE59-4D67-B67F-40BED64CA1AC}">
      <dgm:prSet/>
      <dgm:spPr/>
      <dgm:t>
        <a:bodyPr/>
        <a:lstStyle/>
        <a:p>
          <a:r>
            <a:rPr lang="en-IN" dirty="0"/>
            <a:t>The </a:t>
          </a:r>
          <a:r>
            <a:rPr lang="en-IN" b="1" dirty="0"/>
            <a:t>system behaves incorrectly during execution</a:t>
          </a:r>
          <a:r>
            <a:rPr lang="en-IN" dirty="0"/>
            <a:t> because of a fault.</a:t>
          </a:r>
          <a:endParaRPr lang="en-US" dirty="0"/>
        </a:p>
      </dgm:t>
    </dgm:pt>
    <dgm:pt modelId="{073406CE-1A69-4B04-9CC0-30E2820E5E45}" type="parTrans" cxnId="{78362935-58AE-48B3-9013-2760968A595A}">
      <dgm:prSet/>
      <dgm:spPr/>
      <dgm:t>
        <a:bodyPr/>
        <a:lstStyle/>
        <a:p>
          <a:endParaRPr lang="en-US"/>
        </a:p>
      </dgm:t>
    </dgm:pt>
    <dgm:pt modelId="{CB106AE8-9D97-4E8F-A498-C95C43B258E4}" type="sibTrans" cxnId="{78362935-58AE-48B3-9013-2760968A595A}">
      <dgm:prSet/>
      <dgm:spPr/>
      <dgm:t>
        <a:bodyPr/>
        <a:lstStyle/>
        <a:p>
          <a:endParaRPr lang="en-US"/>
        </a:p>
      </dgm:t>
    </dgm:pt>
    <dgm:pt modelId="{8A76EE11-DEA9-4CAB-8F9F-17FE7D730F8A}" type="pres">
      <dgm:prSet presAssocID="{3EF2F5D4-9F5A-4992-96F9-37E7CFFD6E7D}" presName="linear" presStyleCnt="0">
        <dgm:presLayoutVars>
          <dgm:animLvl val="lvl"/>
          <dgm:resizeHandles val="exact"/>
        </dgm:presLayoutVars>
      </dgm:prSet>
      <dgm:spPr/>
    </dgm:pt>
    <dgm:pt modelId="{A5B917EE-50D8-49DB-A8DC-F701EF73EA72}" type="pres">
      <dgm:prSet presAssocID="{7CB2E526-EF99-4E1C-8331-A420B98312E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B3AC1D4-85EA-41B4-81A3-6DD8AF747750}" type="pres">
      <dgm:prSet presAssocID="{7CB2E526-EF99-4E1C-8331-A420B98312E4}" presName="childText" presStyleLbl="revTx" presStyleIdx="0" presStyleCnt="3">
        <dgm:presLayoutVars>
          <dgm:bulletEnabled val="1"/>
        </dgm:presLayoutVars>
      </dgm:prSet>
      <dgm:spPr/>
    </dgm:pt>
    <dgm:pt modelId="{A21BF153-0EFB-476A-A437-EDF423D971E0}" type="pres">
      <dgm:prSet presAssocID="{FA8935DB-92F1-4C67-9E9C-40A465E917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9FE422-89C3-402F-830E-DC2CBF484568}" type="pres">
      <dgm:prSet presAssocID="{FA8935DB-92F1-4C67-9E9C-40A465E91769}" presName="childText" presStyleLbl="revTx" presStyleIdx="1" presStyleCnt="3">
        <dgm:presLayoutVars>
          <dgm:bulletEnabled val="1"/>
        </dgm:presLayoutVars>
      </dgm:prSet>
      <dgm:spPr/>
    </dgm:pt>
    <dgm:pt modelId="{95284A3F-37B5-4F54-8096-0E8A99FF7FA5}" type="pres">
      <dgm:prSet presAssocID="{C405CB3D-491C-4929-8229-C343DFF81EE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CF8BEDF-51B6-40F0-B89D-042257AEF3C2}" type="pres">
      <dgm:prSet presAssocID="{C405CB3D-491C-4929-8229-C343DFF81EE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D23CC04-E55C-487A-A081-DF3253662A71}" type="presOf" srcId="{7CB2E526-EF99-4E1C-8331-A420B98312E4}" destId="{A5B917EE-50D8-49DB-A8DC-F701EF73EA72}" srcOrd="0" destOrd="0" presId="urn:microsoft.com/office/officeart/2005/8/layout/vList2"/>
    <dgm:cxn modelId="{E2A5811F-2D42-4CFE-AB66-0C2F62E8D0BB}" type="presOf" srcId="{FA8935DB-92F1-4C67-9E9C-40A465E91769}" destId="{A21BF153-0EFB-476A-A437-EDF423D971E0}" srcOrd="0" destOrd="0" presId="urn:microsoft.com/office/officeart/2005/8/layout/vList2"/>
    <dgm:cxn modelId="{78362935-58AE-48B3-9013-2760968A595A}" srcId="{C405CB3D-491C-4929-8229-C343DFF81EE8}" destId="{F731B01C-DE59-4D67-B67F-40BED64CA1AC}" srcOrd="0" destOrd="0" parTransId="{073406CE-1A69-4B04-9CC0-30E2820E5E45}" sibTransId="{CB106AE8-9D97-4E8F-A498-C95C43B258E4}"/>
    <dgm:cxn modelId="{34CD6636-8EFD-4DD4-96DC-85D07235FD9D}" type="presOf" srcId="{C405CB3D-491C-4929-8229-C343DFF81EE8}" destId="{95284A3F-37B5-4F54-8096-0E8A99FF7FA5}" srcOrd="0" destOrd="0" presId="urn:microsoft.com/office/officeart/2005/8/layout/vList2"/>
    <dgm:cxn modelId="{2B18923B-DF14-4ADD-8CAC-4866B1003040}" type="presOf" srcId="{3EF2F5D4-9F5A-4992-96F9-37E7CFFD6E7D}" destId="{8A76EE11-DEA9-4CAB-8F9F-17FE7D730F8A}" srcOrd="0" destOrd="0" presId="urn:microsoft.com/office/officeart/2005/8/layout/vList2"/>
    <dgm:cxn modelId="{55BBFE48-05AC-4245-8F82-DA907E1BB9CC}" srcId="{FA8935DB-92F1-4C67-9E9C-40A465E91769}" destId="{9D9B7936-C2EE-4855-9B06-16DA748E8814}" srcOrd="0" destOrd="0" parTransId="{86DE0805-DC29-4BDB-B02F-C5B85F321148}" sibTransId="{4CC34FCA-86DE-41F2-A166-F6D96708480D}"/>
    <dgm:cxn modelId="{A7AEC26F-06FA-4374-98BF-093092ABAD92}" srcId="{3EF2F5D4-9F5A-4992-96F9-37E7CFFD6E7D}" destId="{C405CB3D-491C-4929-8229-C343DFF81EE8}" srcOrd="2" destOrd="0" parTransId="{7E6595DF-8C73-4334-B92D-52B2198B6744}" sibTransId="{2014269B-24A6-404F-B90F-C8542354DE05}"/>
    <dgm:cxn modelId="{84E35C7C-2B7C-4D76-9ADC-FE8D4FD0174D}" srcId="{3EF2F5D4-9F5A-4992-96F9-37E7CFFD6E7D}" destId="{7CB2E526-EF99-4E1C-8331-A420B98312E4}" srcOrd="0" destOrd="0" parTransId="{E358DF1F-4D37-4515-924B-991E669E5A4A}" sibTransId="{0AFC7A0A-B729-4091-BD65-751065C05E81}"/>
    <dgm:cxn modelId="{80EE9D8E-6B45-4A5C-8947-2FFFA2CFB0EE}" type="presOf" srcId="{6478732B-BDCA-47EC-9BC3-D97D60D4A1F8}" destId="{1B3AC1D4-85EA-41B4-81A3-6DD8AF747750}" srcOrd="0" destOrd="0" presId="urn:microsoft.com/office/officeart/2005/8/layout/vList2"/>
    <dgm:cxn modelId="{A38535A9-B910-44FB-824A-BE3B7E86148F}" type="presOf" srcId="{F731B01C-DE59-4D67-B67F-40BED64CA1AC}" destId="{7CF8BEDF-51B6-40F0-B89D-042257AEF3C2}" srcOrd="0" destOrd="0" presId="urn:microsoft.com/office/officeart/2005/8/layout/vList2"/>
    <dgm:cxn modelId="{503C80AE-B534-4999-B5E0-4264CB28CE4A}" srcId="{3EF2F5D4-9F5A-4992-96F9-37E7CFFD6E7D}" destId="{FA8935DB-92F1-4C67-9E9C-40A465E91769}" srcOrd="1" destOrd="0" parTransId="{152E1300-3225-4197-BA59-6A2B8367B520}" sibTransId="{E8A58A9E-5D4C-46C3-83A9-925235BD78E8}"/>
    <dgm:cxn modelId="{ADAAC7B6-DDC9-4EDA-ABA9-D9964D1B7C0E}" type="presOf" srcId="{9D9B7936-C2EE-4855-9B06-16DA748E8814}" destId="{229FE422-89C3-402F-830E-DC2CBF484568}" srcOrd="0" destOrd="0" presId="urn:microsoft.com/office/officeart/2005/8/layout/vList2"/>
    <dgm:cxn modelId="{CF8CB6EF-7745-4DE8-8733-6D178B257069}" srcId="{7CB2E526-EF99-4E1C-8331-A420B98312E4}" destId="{6478732B-BDCA-47EC-9BC3-D97D60D4A1F8}" srcOrd="0" destOrd="0" parTransId="{083DBA7E-0B14-43B0-B33A-BE1782D28CEE}" sibTransId="{E75D88D7-6EF3-4134-B8AC-C66988E31ADB}"/>
    <dgm:cxn modelId="{E86C8FD7-6471-42B7-BB9E-8AADD58AA39B}" type="presParOf" srcId="{8A76EE11-DEA9-4CAB-8F9F-17FE7D730F8A}" destId="{A5B917EE-50D8-49DB-A8DC-F701EF73EA72}" srcOrd="0" destOrd="0" presId="urn:microsoft.com/office/officeart/2005/8/layout/vList2"/>
    <dgm:cxn modelId="{85C3AFA9-7553-4D4D-B1C5-9CACCE855E0F}" type="presParOf" srcId="{8A76EE11-DEA9-4CAB-8F9F-17FE7D730F8A}" destId="{1B3AC1D4-85EA-41B4-81A3-6DD8AF747750}" srcOrd="1" destOrd="0" presId="urn:microsoft.com/office/officeart/2005/8/layout/vList2"/>
    <dgm:cxn modelId="{464630B0-814C-43BC-A79C-4BC87FD05977}" type="presParOf" srcId="{8A76EE11-DEA9-4CAB-8F9F-17FE7D730F8A}" destId="{A21BF153-0EFB-476A-A437-EDF423D971E0}" srcOrd="2" destOrd="0" presId="urn:microsoft.com/office/officeart/2005/8/layout/vList2"/>
    <dgm:cxn modelId="{FD7CD21B-22F2-4D49-9056-A436DD8D3D6D}" type="presParOf" srcId="{8A76EE11-DEA9-4CAB-8F9F-17FE7D730F8A}" destId="{229FE422-89C3-402F-830E-DC2CBF484568}" srcOrd="3" destOrd="0" presId="urn:microsoft.com/office/officeart/2005/8/layout/vList2"/>
    <dgm:cxn modelId="{30473071-AFA1-46B5-B419-A8D4E4C190D1}" type="presParOf" srcId="{8A76EE11-DEA9-4CAB-8F9F-17FE7D730F8A}" destId="{95284A3F-37B5-4F54-8096-0E8A99FF7FA5}" srcOrd="4" destOrd="0" presId="urn:microsoft.com/office/officeart/2005/8/layout/vList2"/>
    <dgm:cxn modelId="{F92C5C83-9503-4E65-9EA4-F8D6C13CB407}" type="presParOf" srcId="{8A76EE11-DEA9-4CAB-8F9F-17FE7D730F8A}" destId="{7CF8BEDF-51B6-40F0-B89D-042257AEF3C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52FCED-E657-49FB-B862-B9AF5AE7FCC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49BA576-4A23-4201-8809-9032BC83B3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Software methodologies </a:t>
          </a: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are the various strategies or approaches used to test an application to ensure it behaves and looks as expected.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DCABEA-E498-4C6D-8983-6D64797C43B1}" type="parTrans" cxnId="{7DDE4E67-A043-45AA-AC80-CD194FA35A23}">
      <dgm:prSet/>
      <dgm:spPr/>
      <dgm:t>
        <a:bodyPr/>
        <a:lstStyle/>
        <a:p>
          <a:endParaRPr lang="en-US"/>
        </a:p>
      </dgm:t>
    </dgm:pt>
    <dgm:pt modelId="{D9993239-D6EA-4DDB-AE76-6C6D125BCFAC}" type="sibTrans" cxnId="{7DDE4E67-A043-45AA-AC80-CD194FA35A23}">
      <dgm:prSet/>
      <dgm:spPr/>
      <dgm:t>
        <a:bodyPr/>
        <a:lstStyle/>
        <a:p>
          <a:endParaRPr lang="en-US"/>
        </a:p>
      </dgm:t>
    </dgm:pt>
    <dgm:pt modelId="{0AF78BC5-E705-41AE-8639-9CD66C751B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Main Software Methodologies: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FEB405-1064-4A1F-990F-E0FB430B8692}" type="parTrans" cxnId="{84E4B7B9-DE35-4001-AA86-7C96D5DB87C6}">
      <dgm:prSet/>
      <dgm:spPr/>
      <dgm:t>
        <a:bodyPr/>
        <a:lstStyle/>
        <a:p>
          <a:endParaRPr lang="en-US"/>
        </a:p>
      </dgm:t>
    </dgm:pt>
    <dgm:pt modelId="{1F4DE96E-36B9-4C93-8B2D-097D047F71FB}" type="sibTrans" cxnId="{84E4B7B9-DE35-4001-AA86-7C96D5DB87C6}">
      <dgm:prSet/>
      <dgm:spPr/>
      <dgm:t>
        <a:bodyPr/>
        <a:lstStyle/>
        <a:p>
          <a:endParaRPr lang="en-US"/>
        </a:p>
      </dgm:t>
    </dgm:pt>
    <dgm:pt modelId="{0F03265C-BFE3-46F6-8A6B-51D4AA572A1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Waterfall 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72F0FC-441A-415C-B123-62CBD04A95D1}" type="parTrans" cxnId="{A050B5F9-BD4A-45E6-8C9E-72E6BDE5F602}">
      <dgm:prSet/>
      <dgm:spPr/>
      <dgm:t>
        <a:bodyPr/>
        <a:lstStyle/>
        <a:p>
          <a:endParaRPr lang="en-US"/>
        </a:p>
      </dgm:t>
    </dgm:pt>
    <dgm:pt modelId="{8AA07133-535B-4CC9-A486-F32CD88D76D8}" type="sibTrans" cxnId="{A050B5F9-BD4A-45E6-8C9E-72E6BDE5F602}">
      <dgm:prSet/>
      <dgm:spPr/>
      <dgm:t>
        <a:bodyPr/>
        <a:lstStyle/>
        <a:p>
          <a:endParaRPr lang="en-US"/>
        </a:p>
      </dgm:t>
    </dgm:pt>
    <dgm:pt modelId="{77CC051C-5FA0-4DF6-824C-B27E318E960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Agile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FC5E32-F6D8-465D-89CE-CEC1E2DF8D51}" type="parTrans" cxnId="{5222CD08-9944-42FD-96B4-1FE7684B827C}">
      <dgm:prSet/>
      <dgm:spPr/>
      <dgm:t>
        <a:bodyPr/>
        <a:lstStyle/>
        <a:p>
          <a:endParaRPr lang="en-US"/>
        </a:p>
      </dgm:t>
    </dgm:pt>
    <dgm:pt modelId="{4357A91A-54C0-43FC-AA32-B84A1BEC88C9}" type="sibTrans" cxnId="{5222CD08-9944-42FD-96B4-1FE7684B827C}">
      <dgm:prSet/>
      <dgm:spPr/>
      <dgm:t>
        <a:bodyPr/>
        <a:lstStyle/>
        <a:p>
          <a:endParaRPr lang="en-US"/>
        </a:p>
      </dgm:t>
    </dgm:pt>
    <dgm:pt modelId="{1872D713-BA63-4B11-83DE-6801DDBE72C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Spiral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DA31C7-7728-4629-BF59-749DAB1A64CE}" type="parTrans" cxnId="{705968AF-4138-4DC3-8DB2-30D04148E009}">
      <dgm:prSet/>
      <dgm:spPr/>
      <dgm:t>
        <a:bodyPr/>
        <a:lstStyle/>
        <a:p>
          <a:endParaRPr lang="en-US"/>
        </a:p>
      </dgm:t>
    </dgm:pt>
    <dgm:pt modelId="{0CA635B4-9785-4CA8-8B03-133BADE3C127}" type="sibTrans" cxnId="{705968AF-4138-4DC3-8DB2-30D04148E009}">
      <dgm:prSet/>
      <dgm:spPr/>
      <dgm:t>
        <a:bodyPr/>
        <a:lstStyle/>
        <a:p>
          <a:endParaRPr lang="en-US"/>
        </a:p>
      </dgm:t>
    </dgm:pt>
    <dgm:pt modelId="{68E662D3-E1A9-4A53-8681-6978A3E6B46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V-model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CC329E-808F-4C42-825F-640FD0D4AA47}" type="parTrans" cxnId="{AD350E8A-474E-41F6-82F5-0EFF73CC0292}">
      <dgm:prSet/>
      <dgm:spPr/>
      <dgm:t>
        <a:bodyPr/>
        <a:lstStyle/>
        <a:p>
          <a:endParaRPr lang="en-US"/>
        </a:p>
      </dgm:t>
    </dgm:pt>
    <dgm:pt modelId="{545323FF-48C1-44DE-AF28-6BD001FA4E3A}" type="sibTrans" cxnId="{AD350E8A-474E-41F6-82F5-0EFF73CC0292}">
      <dgm:prSet/>
      <dgm:spPr/>
      <dgm:t>
        <a:bodyPr/>
        <a:lstStyle/>
        <a:p>
          <a:endParaRPr lang="en-US"/>
        </a:p>
      </dgm:t>
    </dgm:pt>
    <dgm:pt modelId="{7F1667A2-ECEE-4C72-B07F-949A190F6F53}" type="pres">
      <dgm:prSet presAssocID="{C852FCED-E657-49FB-B862-B9AF5AE7FCC3}" presName="root" presStyleCnt="0">
        <dgm:presLayoutVars>
          <dgm:dir/>
          <dgm:resizeHandles val="exact"/>
        </dgm:presLayoutVars>
      </dgm:prSet>
      <dgm:spPr/>
    </dgm:pt>
    <dgm:pt modelId="{3DB0B1C9-2934-44D1-AFAB-0CA0FA581FE8}" type="pres">
      <dgm:prSet presAssocID="{449BA576-4A23-4201-8809-9032BC83B349}" presName="compNode" presStyleCnt="0"/>
      <dgm:spPr/>
    </dgm:pt>
    <dgm:pt modelId="{92034D37-C91C-4ECC-9142-EEB6E8B21D48}" type="pres">
      <dgm:prSet presAssocID="{449BA576-4A23-4201-8809-9032BC83B34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2AD3CABA-08C9-437E-8F6E-15C4B8608006}" type="pres">
      <dgm:prSet presAssocID="{449BA576-4A23-4201-8809-9032BC83B349}" presName="iconSpace" presStyleCnt="0"/>
      <dgm:spPr/>
    </dgm:pt>
    <dgm:pt modelId="{F5EF7AB4-F61E-490C-BF34-0456659217CF}" type="pres">
      <dgm:prSet presAssocID="{449BA576-4A23-4201-8809-9032BC83B349}" presName="parTx" presStyleLbl="revTx" presStyleIdx="0" presStyleCnt="4">
        <dgm:presLayoutVars>
          <dgm:chMax val="0"/>
          <dgm:chPref val="0"/>
        </dgm:presLayoutVars>
      </dgm:prSet>
      <dgm:spPr/>
    </dgm:pt>
    <dgm:pt modelId="{15DCDFB1-A12D-4D25-A6C9-29508D8089C1}" type="pres">
      <dgm:prSet presAssocID="{449BA576-4A23-4201-8809-9032BC83B349}" presName="txSpace" presStyleCnt="0"/>
      <dgm:spPr/>
    </dgm:pt>
    <dgm:pt modelId="{1B505377-7BD3-4E46-8AE9-D0B5966F311B}" type="pres">
      <dgm:prSet presAssocID="{449BA576-4A23-4201-8809-9032BC83B349}" presName="desTx" presStyleLbl="revTx" presStyleIdx="1" presStyleCnt="4">
        <dgm:presLayoutVars/>
      </dgm:prSet>
      <dgm:spPr/>
    </dgm:pt>
    <dgm:pt modelId="{52210323-80EE-48A1-BD0C-220F51D80AF7}" type="pres">
      <dgm:prSet presAssocID="{D9993239-D6EA-4DDB-AE76-6C6D125BCFAC}" presName="sibTrans" presStyleCnt="0"/>
      <dgm:spPr/>
    </dgm:pt>
    <dgm:pt modelId="{EC3F1D2D-3C9B-4208-874F-76C667F27BD0}" type="pres">
      <dgm:prSet presAssocID="{0AF78BC5-E705-41AE-8639-9CD66C751BF5}" presName="compNode" presStyleCnt="0"/>
      <dgm:spPr/>
    </dgm:pt>
    <dgm:pt modelId="{91FAFE91-11F5-4491-8241-DBECB26EB9AB}" type="pres">
      <dgm:prSet presAssocID="{0AF78BC5-E705-41AE-8639-9CD66C751BF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57EC0572-283C-4496-8EE3-5547EAE1E23D}" type="pres">
      <dgm:prSet presAssocID="{0AF78BC5-E705-41AE-8639-9CD66C751BF5}" presName="iconSpace" presStyleCnt="0"/>
      <dgm:spPr/>
    </dgm:pt>
    <dgm:pt modelId="{8564F47E-78E3-4937-A183-996AF7017D8E}" type="pres">
      <dgm:prSet presAssocID="{0AF78BC5-E705-41AE-8639-9CD66C751BF5}" presName="parTx" presStyleLbl="revTx" presStyleIdx="2" presStyleCnt="4">
        <dgm:presLayoutVars>
          <dgm:chMax val="0"/>
          <dgm:chPref val="0"/>
        </dgm:presLayoutVars>
      </dgm:prSet>
      <dgm:spPr/>
    </dgm:pt>
    <dgm:pt modelId="{E3C21C38-C4F9-4346-BB33-902DD2D89F3B}" type="pres">
      <dgm:prSet presAssocID="{0AF78BC5-E705-41AE-8639-9CD66C751BF5}" presName="txSpace" presStyleCnt="0"/>
      <dgm:spPr/>
    </dgm:pt>
    <dgm:pt modelId="{0AA2A795-00BC-479C-8DE8-2297186771C2}" type="pres">
      <dgm:prSet presAssocID="{0AF78BC5-E705-41AE-8639-9CD66C751BF5}" presName="desTx" presStyleLbl="revTx" presStyleIdx="3" presStyleCnt="4">
        <dgm:presLayoutVars/>
      </dgm:prSet>
      <dgm:spPr/>
    </dgm:pt>
  </dgm:ptLst>
  <dgm:cxnLst>
    <dgm:cxn modelId="{5222CD08-9944-42FD-96B4-1FE7684B827C}" srcId="{0AF78BC5-E705-41AE-8639-9CD66C751BF5}" destId="{77CC051C-5FA0-4DF6-824C-B27E318E9605}" srcOrd="1" destOrd="0" parTransId="{68FC5E32-F6D8-465D-89CE-CEC1E2DF8D51}" sibTransId="{4357A91A-54C0-43FC-AA32-B84A1BEC88C9}"/>
    <dgm:cxn modelId="{82B51A37-2100-4099-8000-86C8B3FD0E9D}" type="presOf" srcId="{0AF78BC5-E705-41AE-8639-9CD66C751BF5}" destId="{8564F47E-78E3-4937-A183-996AF7017D8E}" srcOrd="0" destOrd="0" presId="urn:microsoft.com/office/officeart/2018/5/layout/CenteredIconLabelDescriptionList"/>
    <dgm:cxn modelId="{18F7003C-ADC5-4834-AB19-376FDC4620C9}" type="presOf" srcId="{0F03265C-BFE3-46F6-8A6B-51D4AA572A10}" destId="{0AA2A795-00BC-479C-8DE8-2297186771C2}" srcOrd="0" destOrd="0" presId="urn:microsoft.com/office/officeart/2018/5/layout/CenteredIconLabelDescriptionList"/>
    <dgm:cxn modelId="{AE7FE066-7401-4C13-8F64-3A38CC7CDAE5}" type="presOf" srcId="{68E662D3-E1A9-4A53-8681-6978A3E6B461}" destId="{0AA2A795-00BC-479C-8DE8-2297186771C2}" srcOrd="0" destOrd="3" presId="urn:microsoft.com/office/officeart/2018/5/layout/CenteredIconLabelDescriptionList"/>
    <dgm:cxn modelId="{7DDE4E67-A043-45AA-AC80-CD194FA35A23}" srcId="{C852FCED-E657-49FB-B862-B9AF5AE7FCC3}" destId="{449BA576-4A23-4201-8809-9032BC83B349}" srcOrd="0" destOrd="0" parTransId="{8CDCABEA-E498-4C6D-8983-6D64797C43B1}" sibTransId="{D9993239-D6EA-4DDB-AE76-6C6D125BCFAC}"/>
    <dgm:cxn modelId="{8C6ED376-CF49-4953-BA5B-FDC521B40B1B}" type="presOf" srcId="{449BA576-4A23-4201-8809-9032BC83B349}" destId="{F5EF7AB4-F61E-490C-BF34-0456659217CF}" srcOrd="0" destOrd="0" presId="urn:microsoft.com/office/officeart/2018/5/layout/CenteredIconLabelDescriptionList"/>
    <dgm:cxn modelId="{6508A858-18F9-4CD1-B021-1452316D2EB6}" type="presOf" srcId="{77CC051C-5FA0-4DF6-824C-B27E318E9605}" destId="{0AA2A795-00BC-479C-8DE8-2297186771C2}" srcOrd="0" destOrd="1" presId="urn:microsoft.com/office/officeart/2018/5/layout/CenteredIconLabelDescriptionList"/>
    <dgm:cxn modelId="{AD350E8A-474E-41F6-82F5-0EFF73CC0292}" srcId="{0AF78BC5-E705-41AE-8639-9CD66C751BF5}" destId="{68E662D3-E1A9-4A53-8681-6978A3E6B461}" srcOrd="3" destOrd="0" parTransId="{03CC329E-808F-4C42-825F-640FD0D4AA47}" sibTransId="{545323FF-48C1-44DE-AF28-6BD001FA4E3A}"/>
    <dgm:cxn modelId="{2D3DA2A2-A0C8-450D-B20F-4ABBDE0F4F3A}" type="presOf" srcId="{C852FCED-E657-49FB-B862-B9AF5AE7FCC3}" destId="{7F1667A2-ECEE-4C72-B07F-949A190F6F53}" srcOrd="0" destOrd="0" presId="urn:microsoft.com/office/officeart/2018/5/layout/CenteredIconLabelDescriptionList"/>
    <dgm:cxn modelId="{705968AF-4138-4DC3-8DB2-30D04148E009}" srcId="{0AF78BC5-E705-41AE-8639-9CD66C751BF5}" destId="{1872D713-BA63-4B11-83DE-6801DDBE72CA}" srcOrd="2" destOrd="0" parTransId="{95DA31C7-7728-4629-BF59-749DAB1A64CE}" sibTransId="{0CA635B4-9785-4CA8-8B03-133BADE3C127}"/>
    <dgm:cxn modelId="{84E4B7B9-DE35-4001-AA86-7C96D5DB87C6}" srcId="{C852FCED-E657-49FB-B862-B9AF5AE7FCC3}" destId="{0AF78BC5-E705-41AE-8639-9CD66C751BF5}" srcOrd="1" destOrd="0" parTransId="{A7FEB405-1064-4A1F-990F-E0FB430B8692}" sibTransId="{1F4DE96E-36B9-4C93-8B2D-097D047F71FB}"/>
    <dgm:cxn modelId="{52E3D0D6-8A42-4BE2-93EE-3C6611C6E4B5}" type="presOf" srcId="{1872D713-BA63-4B11-83DE-6801DDBE72CA}" destId="{0AA2A795-00BC-479C-8DE8-2297186771C2}" srcOrd="0" destOrd="2" presId="urn:microsoft.com/office/officeart/2018/5/layout/CenteredIconLabelDescriptionList"/>
    <dgm:cxn modelId="{A050B5F9-BD4A-45E6-8C9E-72E6BDE5F602}" srcId="{0AF78BC5-E705-41AE-8639-9CD66C751BF5}" destId="{0F03265C-BFE3-46F6-8A6B-51D4AA572A10}" srcOrd="0" destOrd="0" parTransId="{D672F0FC-441A-415C-B123-62CBD04A95D1}" sibTransId="{8AA07133-535B-4CC9-A486-F32CD88D76D8}"/>
    <dgm:cxn modelId="{F7A77524-86D3-4156-B0E9-837E3090A7F2}" type="presParOf" srcId="{7F1667A2-ECEE-4C72-B07F-949A190F6F53}" destId="{3DB0B1C9-2934-44D1-AFAB-0CA0FA581FE8}" srcOrd="0" destOrd="0" presId="urn:microsoft.com/office/officeart/2018/5/layout/CenteredIconLabelDescriptionList"/>
    <dgm:cxn modelId="{9366B073-B88B-41C4-8D8D-0B89C3EF7882}" type="presParOf" srcId="{3DB0B1C9-2934-44D1-AFAB-0CA0FA581FE8}" destId="{92034D37-C91C-4ECC-9142-EEB6E8B21D48}" srcOrd="0" destOrd="0" presId="urn:microsoft.com/office/officeart/2018/5/layout/CenteredIconLabelDescriptionList"/>
    <dgm:cxn modelId="{F8BB9661-A3FB-423A-94E6-05CA76B97FFF}" type="presParOf" srcId="{3DB0B1C9-2934-44D1-AFAB-0CA0FA581FE8}" destId="{2AD3CABA-08C9-437E-8F6E-15C4B8608006}" srcOrd="1" destOrd="0" presId="urn:microsoft.com/office/officeart/2018/5/layout/CenteredIconLabelDescriptionList"/>
    <dgm:cxn modelId="{CD3E65A6-6451-4A86-97E4-63E40598339C}" type="presParOf" srcId="{3DB0B1C9-2934-44D1-AFAB-0CA0FA581FE8}" destId="{F5EF7AB4-F61E-490C-BF34-0456659217CF}" srcOrd="2" destOrd="0" presId="urn:microsoft.com/office/officeart/2018/5/layout/CenteredIconLabelDescriptionList"/>
    <dgm:cxn modelId="{F9FF7D2E-F038-4203-9A6B-FF13ADC37858}" type="presParOf" srcId="{3DB0B1C9-2934-44D1-AFAB-0CA0FA581FE8}" destId="{15DCDFB1-A12D-4D25-A6C9-29508D8089C1}" srcOrd="3" destOrd="0" presId="urn:microsoft.com/office/officeart/2018/5/layout/CenteredIconLabelDescriptionList"/>
    <dgm:cxn modelId="{FEDBA9E1-90A8-4A67-93A8-4C95F1231390}" type="presParOf" srcId="{3DB0B1C9-2934-44D1-AFAB-0CA0FA581FE8}" destId="{1B505377-7BD3-4E46-8AE9-D0B5966F311B}" srcOrd="4" destOrd="0" presId="urn:microsoft.com/office/officeart/2018/5/layout/CenteredIconLabelDescriptionList"/>
    <dgm:cxn modelId="{0E339830-2F6E-40FD-A56A-9F82655D0963}" type="presParOf" srcId="{7F1667A2-ECEE-4C72-B07F-949A190F6F53}" destId="{52210323-80EE-48A1-BD0C-220F51D80AF7}" srcOrd="1" destOrd="0" presId="urn:microsoft.com/office/officeart/2018/5/layout/CenteredIconLabelDescriptionList"/>
    <dgm:cxn modelId="{887FEE8F-003A-44A5-B25E-BE83F9EEDCE5}" type="presParOf" srcId="{7F1667A2-ECEE-4C72-B07F-949A190F6F53}" destId="{EC3F1D2D-3C9B-4208-874F-76C667F27BD0}" srcOrd="2" destOrd="0" presId="urn:microsoft.com/office/officeart/2018/5/layout/CenteredIconLabelDescriptionList"/>
    <dgm:cxn modelId="{54720642-4093-44CA-8935-99FFCAE2F664}" type="presParOf" srcId="{EC3F1D2D-3C9B-4208-874F-76C667F27BD0}" destId="{91FAFE91-11F5-4491-8241-DBECB26EB9AB}" srcOrd="0" destOrd="0" presId="urn:microsoft.com/office/officeart/2018/5/layout/CenteredIconLabelDescriptionList"/>
    <dgm:cxn modelId="{9B026D3E-30B5-4430-A4EF-D53AEA60F354}" type="presParOf" srcId="{EC3F1D2D-3C9B-4208-874F-76C667F27BD0}" destId="{57EC0572-283C-4496-8EE3-5547EAE1E23D}" srcOrd="1" destOrd="0" presId="urn:microsoft.com/office/officeart/2018/5/layout/CenteredIconLabelDescriptionList"/>
    <dgm:cxn modelId="{9280B1E6-BC60-48DD-9F33-2063BA91AD65}" type="presParOf" srcId="{EC3F1D2D-3C9B-4208-874F-76C667F27BD0}" destId="{8564F47E-78E3-4937-A183-996AF7017D8E}" srcOrd="2" destOrd="0" presId="urn:microsoft.com/office/officeart/2018/5/layout/CenteredIconLabelDescriptionList"/>
    <dgm:cxn modelId="{7B2EBB83-0EB7-40C9-90FA-7330D305DAEE}" type="presParOf" srcId="{EC3F1D2D-3C9B-4208-874F-76C667F27BD0}" destId="{E3C21C38-C4F9-4346-BB33-902DD2D89F3B}" srcOrd="3" destOrd="0" presId="urn:microsoft.com/office/officeart/2018/5/layout/CenteredIconLabelDescriptionList"/>
    <dgm:cxn modelId="{673A9BAA-C613-43A0-B116-036E55AED0BB}" type="presParOf" srcId="{EC3F1D2D-3C9B-4208-874F-76C667F27BD0}" destId="{0AA2A795-00BC-479C-8DE8-2297186771C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CECEF3-14F9-44B1-A443-588C8785C2DA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0841BB87-A808-4D49-BD5A-BF6242F602A3}">
      <dgm:prSet/>
      <dgm:spPr/>
      <dgm:t>
        <a:bodyPr/>
        <a:lstStyle/>
        <a:p>
          <a:r>
            <a:rPr lang="en-IN" b="1" dirty="0"/>
            <a:t>Black-Box testing </a:t>
          </a:r>
          <a:r>
            <a:rPr lang="en-IN" dirty="0"/>
            <a:t>is a software testing method where the </a:t>
          </a:r>
          <a:r>
            <a:rPr lang="en-IN" b="1" dirty="0"/>
            <a:t>tester has no knowledge of the internal structure </a:t>
          </a:r>
          <a:r>
            <a:rPr lang="en-IN" dirty="0"/>
            <a:t>or working of the application is being tested.</a:t>
          </a:r>
          <a:endParaRPr lang="en-US" dirty="0"/>
        </a:p>
      </dgm:t>
    </dgm:pt>
    <dgm:pt modelId="{DC5A3E96-0C47-4B4A-8F23-F2E5DD786562}" type="parTrans" cxnId="{7A947F67-3594-42FC-BE62-E62C2D50281D}">
      <dgm:prSet/>
      <dgm:spPr/>
      <dgm:t>
        <a:bodyPr/>
        <a:lstStyle/>
        <a:p>
          <a:endParaRPr lang="en-US"/>
        </a:p>
      </dgm:t>
    </dgm:pt>
    <dgm:pt modelId="{A5A73DF0-54B9-4E68-A324-7FD41E0CA2F1}" type="sibTrans" cxnId="{7A947F67-3594-42FC-BE62-E62C2D50281D}">
      <dgm:prSet/>
      <dgm:spPr/>
      <dgm:t>
        <a:bodyPr/>
        <a:lstStyle/>
        <a:p>
          <a:endParaRPr lang="en-US"/>
        </a:p>
      </dgm:t>
    </dgm:pt>
    <dgm:pt modelId="{EFE009B1-22ED-4D43-B5F6-BDA8872612B8}">
      <dgm:prSet/>
      <dgm:spPr/>
      <dgm:t>
        <a:bodyPr/>
        <a:lstStyle/>
        <a:p>
          <a:r>
            <a:rPr lang="en-IN" b="1"/>
            <a:t>Common types of Black-Box Testing</a:t>
          </a:r>
          <a:endParaRPr lang="en-US"/>
        </a:p>
      </dgm:t>
    </dgm:pt>
    <dgm:pt modelId="{07CA0144-40C7-4BC9-9F8F-B349966ED6B2}" type="parTrans" cxnId="{D181C9B3-558B-45EC-9FAD-6014D22206EE}">
      <dgm:prSet/>
      <dgm:spPr/>
      <dgm:t>
        <a:bodyPr/>
        <a:lstStyle/>
        <a:p>
          <a:endParaRPr lang="en-US"/>
        </a:p>
      </dgm:t>
    </dgm:pt>
    <dgm:pt modelId="{294F2C2B-06C4-4A56-9A1F-754D0473202C}" type="sibTrans" cxnId="{D181C9B3-558B-45EC-9FAD-6014D22206EE}">
      <dgm:prSet/>
      <dgm:spPr/>
      <dgm:t>
        <a:bodyPr/>
        <a:lstStyle/>
        <a:p>
          <a:endParaRPr lang="en-US"/>
        </a:p>
      </dgm:t>
    </dgm:pt>
    <dgm:pt modelId="{83AE35C9-34C7-49EB-8D8A-DD64F18110FF}">
      <dgm:prSet/>
      <dgm:spPr/>
      <dgm:t>
        <a:bodyPr/>
        <a:lstStyle/>
        <a:p>
          <a:r>
            <a:rPr lang="en-IN"/>
            <a:t>Regression Testing</a:t>
          </a:r>
          <a:endParaRPr lang="en-US"/>
        </a:p>
      </dgm:t>
    </dgm:pt>
    <dgm:pt modelId="{49B67359-4369-4BD9-A679-9B0CA63AC20E}" type="parTrans" cxnId="{3E4EB549-274E-459F-8A92-87D1DD841A77}">
      <dgm:prSet/>
      <dgm:spPr/>
      <dgm:t>
        <a:bodyPr/>
        <a:lstStyle/>
        <a:p>
          <a:endParaRPr lang="en-US"/>
        </a:p>
      </dgm:t>
    </dgm:pt>
    <dgm:pt modelId="{260ACAC8-7F39-49E3-ACFF-8BE5857C4AD7}" type="sibTrans" cxnId="{3E4EB549-274E-459F-8A92-87D1DD841A77}">
      <dgm:prSet/>
      <dgm:spPr/>
      <dgm:t>
        <a:bodyPr/>
        <a:lstStyle/>
        <a:p>
          <a:endParaRPr lang="en-US"/>
        </a:p>
      </dgm:t>
    </dgm:pt>
    <dgm:pt modelId="{FE563D94-C61C-437F-8F03-40180BBC7D88}">
      <dgm:prSet/>
      <dgm:spPr/>
      <dgm:t>
        <a:bodyPr/>
        <a:lstStyle/>
        <a:p>
          <a:r>
            <a:rPr lang="en-IN"/>
            <a:t>Sanity Testing </a:t>
          </a:r>
          <a:endParaRPr lang="en-US"/>
        </a:p>
      </dgm:t>
    </dgm:pt>
    <dgm:pt modelId="{1721D368-85E7-4DC9-A4DB-58DAB7CB4C83}" type="parTrans" cxnId="{A0BBE2A4-13D5-441E-9B6B-6C33F6ADE5D0}">
      <dgm:prSet/>
      <dgm:spPr/>
      <dgm:t>
        <a:bodyPr/>
        <a:lstStyle/>
        <a:p>
          <a:endParaRPr lang="en-US"/>
        </a:p>
      </dgm:t>
    </dgm:pt>
    <dgm:pt modelId="{6E87E003-3BE7-46AF-B420-6CE89C4D5585}" type="sibTrans" cxnId="{A0BBE2A4-13D5-441E-9B6B-6C33F6ADE5D0}">
      <dgm:prSet/>
      <dgm:spPr/>
      <dgm:t>
        <a:bodyPr/>
        <a:lstStyle/>
        <a:p>
          <a:endParaRPr lang="en-US"/>
        </a:p>
      </dgm:t>
    </dgm:pt>
    <dgm:pt modelId="{6857FC88-7466-4FA7-8C51-1ED2A1C51D40}">
      <dgm:prSet/>
      <dgm:spPr/>
      <dgm:t>
        <a:bodyPr/>
        <a:lstStyle/>
        <a:p>
          <a:r>
            <a:rPr lang="en-IN"/>
            <a:t>Smoke Testing</a:t>
          </a:r>
          <a:endParaRPr lang="en-US"/>
        </a:p>
      </dgm:t>
    </dgm:pt>
    <dgm:pt modelId="{3DB1BAD7-8800-43DE-82D7-6AE4D813D877}" type="parTrans" cxnId="{3C3428C8-DD27-40AA-AB7C-B04D32D34B73}">
      <dgm:prSet/>
      <dgm:spPr/>
      <dgm:t>
        <a:bodyPr/>
        <a:lstStyle/>
        <a:p>
          <a:endParaRPr lang="en-US"/>
        </a:p>
      </dgm:t>
    </dgm:pt>
    <dgm:pt modelId="{25BF1EA8-1A99-4150-A90B-25CAEC6B3DCB}" type="sibTrans" cxnId="{3C3428C8-DD27-40AA-AB7C-B04D32D34B73}">
      <dgm:prSet/>
      <dgm:spPr/>
      <dgm:t>
        <a:bodyPr/>
        <a:lstStyle/>
        <a:p>
          <a:endParaRPr lang="en-US"/>
        </a:p>
      </dgm:t>
    </dgm:pt>
    <dgm:pt modelId="{CABD15AB-C074-43B2-A691-8929F80C26C5}">
      <dgm:prSet/>
      <dgm:spPr/>
      <dgm:t>
        <a:bodyPr/>
        <a:lstStyle/>
        <a:p>
          <a:r>
            <a:rPr lang="en-IN"/>
            <a:t>User Acceptance Testing (UAT)</a:t>
          </a:r>
          <a:endParaRPr lang="en-US"/>
        </a:p>
      </dgm:t>
    </dgm:pt>
    <dgm:pt modelId="{DC46A8F7-87DA-4390-B0A1-3FBC248C03A2}" type="parTrans" cxnId="{266247CF-43D6-48A8-A7D7-0E206D6900AF}">
      <dgm:prSet/>
      <dgm:spPr/>
      <dgm:t>
        <a:bodyPr/>
        <a:lstStyle/>
        <a:p>
          <a:endParaRPr lang="en-US"/>
        </a:p>
      </dgm:t>
    </dgm:pt>
    <dgm:pt modelId="{A88C7A27-10AE-4B03-84CC-8C90DC8F771E}" type="sibTrans" cxnId="{266247CF-43D6-48A8-A7D7-0E206D6900AF}">
      <dgm:prSet/>
      <dgm:spPr/>
      <dgm:t>
        <a:bodyPr/>
        <a:lstStyle/>
        <a:p>
          <a:endParaRPr lang="en-US"/>
        </a:p>
      </dgm:t>
    </dgm:pt>
    <dgm:pt modelId="{ECAA4EF3-40A6-4E0F-9DE7-FC47B12F1A5A}" type="pres">
      <dgm:prSet presAssocID="{CDCECEF3-14F9-44B1-A443-588C8785C2DA}" presName="Name0" presStyleCnt="0">
        <dgm:presLayoutVars>
          <dgm:dir/>
          <dgm:animLvl val="lvl"/>
          <dgm:resizeHandles val="exact"/>
        </dgm:presLayoutVars>
      </dgm:prSet>
      <dgm:spPr/>
    </dgm:pt>
    <dgm:pt modelId="{44FE97CB-85FF-4E99-9A2F-3FCAEECA1663}" type="pres">
      <dgm:prSet presAssocID="{0841BB87-A808-4D49-BD5A-BF6242F602A3}" presName="linNode" presStyleCnt="0"/>
      <dgm:spPr/>
    </dgm:pt>
    <dgm:pt modelId="{8821712C-77DB-42BB-8625-80D8AC26873E}" type="pres">
      <dgm:prSet presAssocID="{0841BB87-A808-4D49-BD5A-BF6242F602A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95A453E-9AEE-45C7-982C-011AD7D70C38}" type="pres">
      <dgm:prSet presAssocID="{A5A73DF0-54B9-4E68-A324-7FD41E0CA2F1}" presName="sp" presStyleCnt="0"/>
      <dgm:spPr/>
    </dgm:pt>
    <dgm:pt modelId="{399A6956-EFAE-4B47-9090-D75C10BFEE6B}" type="pres">
      <dgm:prSet presAssocID="{EFE009B1-22ED-4D43-B5F6-BDA8872612B8}" presName="linNode" presStyleCnt="0"/>
      <dgm:spPr/>
    </dgm:pt>
    <dgm:pt modelId="{79825AC6-A113-4F0D-8177-CD221BB3DD46}" type="pres">
      <dgm:prSet presAssocID="{EFE009B1-22ED-4D43-B5F6-BDA8872612B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E15EA67-68A6-41C1-8382-08161A7991B1}" type="pres">
      <dgm:prSet presAssocID="{EFE009B1-22ED-4D43-B5F6-BDA8872612B8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7F3D7210-AC46-4490-BA7E-155F1DB3B571}" type="presOf" srcId="{83AE35C9-34C7-49EB-8D8A-DD64F18110FF}" destId="{EE15EA67-68A6-41C1-8382-08161A7991B1}" srcOrd="0" destOrd="0" presId="urn:microsoft.com/office/officeart/2005/8/layout/vList5"/>
    <dgm:cxn modelId="{7A947F67-3594-42FC-BE62-E62C2D50281D}" srcId="{CDCECEF3-14F9-44B1-A443-588C8785C2DA}" destId="{0841BB87-A808-4D49-BD5A-BF6242F602A3}" srcOrd="0" destOrd="0" parTransId="{DC5A3E96-0C47-4B4A-8F23-F2E5DD786562}" sibTransId="{A5A73DF0-54B9-4E68-A324-7FD41E0CA2F1}"/>
    <dgm:cxn modelId="{3E4EB549-274E-459F-8A92-87D1DD841A77}" srcId="{EFE009B1-22ED-4D43-B5F6-BDA8872612B8}" destId="{83AE35C9-34C7-49EB-8D8A-DD64F18110FF}" srcOrd="0" destOrd="0" parTransId="{49B67359-4369-4BD9-A679-9B0CA63AC20E}" sibTransId="{260ACAC8-7F39-49E3-ACFF-8BE5857C4AD7}"/>
    <dgm:cxn modelId="{DC06BD4C-A935-4A82-8215-E8EA3EA7BEB8}" type="presOf" srcId="{CDCECEF3-14F9-44B1-A443-588C8785C2DA}" destId="{ECAA4EF3-40A6-4E0F-9DE7-FC47B12F1A5A}" srcOrd="0" destOrd="0" presId="urn:microsoft.com/office/officeart/2005/8/layout/vList5"/>
    <dgm:cxn modelId="{009B9A6E-A1AA-41D7-BEE0-E1F3870671C6}" type="presOf" srcId="{FE563D94-C61C-437F-8F03-40180BBC7D88}" destId="{EE15EA67-68A6-41C1-8382-08161A7991B1}" srcOrd="0" destOrd="1" presId="urn:microsoft.com/office/officeart/2005/8/layout/vList5"/>
    <dgm:cxn modelId="{1089379B-5A05-40D4-82BE-85D2341E618D}" type="presOf" srcId="{CABD15AB-C074-43B2-A691-8929F80C26C5}" destId="{EE15EA67-68A6-41C1-8382-08161A7991B1}" srcOrd="0" destOrd="3" presId="urn:microsoft.com/office/officeart/2005/8/layout/vList5"/>
    <dgm:cxn modelId="{A0BBE2A4-13D5-441E-9B6B-6C33F6ADE5D0}" srcId="{EFE009B1-22ED-4D43-B5F6-BDA8872612B8}" destId="{FE563D94-C61C-437F-8F03-40180BBC7D88}" srcOrd="1" destOrd="0" parTransId="{1721D368-85E7-4DC9-A4DB-58DAB7CB4C83}" sibTransId="{6E87E003-3BE7-46AF-B420-6CE89C4D5585}"/>
    <dgm:cxn modelId="{D181C9B3-558B-45EC-9FAD-6014D22206EE}" srcId="{CDCECEF3-14F9-44B1-A443-588C8785C2DA}" destId="{EFE009B1-22ED-4D43-B5F6-BDA8872612B8}" srcOrd="1" destOrd="0" parTransId="{07CA0144-40C7-4BC9-9F8F-B349966ED6B2}" sibTransId="{294F2C2B-06C4-4A56-9A1F-754D0473202C}"/>
    <dgm:cxn modelId="{3C3428C8-DD27-40AA-AB7C-B04D32D34B73}" srcId="{EFE009B1-22ED-4D43-B5F6-BDA8872612B8}" destId="{6857FC88-7466-4FA7-8C51-1ED2A1C51D40}" srcOrd="2" destOrd="0" parTransId="{3DB1BAD7-8800-43DE-82D7-6AE4D813D877}" sibTransId="{25BF1EA8-1A99-4150-A90B-25CAEC6B3DCB}"/>
    <dgm:cxn modelId="{266247CF-43D6-48A8-A7D7-0E206D6900AF}" srcId="{EFE009B1-22ED-4D43-B5F6-BDA8872612B8}" destId="{CABD15AB-C074-43B2-A691-8929F80C26C5}" srcOrd="3" destOrd="0" parTransId="{DC46A8F7-87DA-4390-B0A1-3FBC248C03A2}" sibTransId="{A88C7A27-10AE-4B03-84CC-8C90DC8F771E}"/>
    <dgm:cxn modelId="{AA22DEDF-CDEC-42FE-B72E-AD88EEFEC553}" type="presOf" srcId="{EFE009B1-22ED-4D43-B5F6-BDA8872612B8}" destId="{79825AC6-A113-4F0D-8177-CD221BB3DD46}" srcOrd="0" destOrd="0" presId="urn:microsoft.com/office/officeart/2005/8/layout/vList5"/>
    <dgm:cxn modelId="{1854E1E2-7CDB-43DD-B676-3C46C59AFCF0}" type="presOf" srcId="{0841BB87-A808-4D49-BD5A-BF6242F602A3}" destId="{8821712C-77DB-42BB-8625-80D8AC26873E}" srcOrd="0" destOrd="0" presId="urn:microsoft.com/office/officeart/2005/8/layout/vList5"/>
    <dgm:cxn modelId="{78194DF6-4D8E-4619-B047-95A705DC1475}" type="presOf" srcId="{6857FC88-7466-4FA7-8C51-1ED2A1C51D40}" destId="{EE15EA67-68A6-41C1-8382-08161A7991B1}" srcOrd="0" destOrd="2" presId="urn:microsoft.com/office/officeart/2005/8/layout/vList5"/>
    <dgm:cxn modelId="{1C01D9E9-1729-49EC-8D2D-B4EC1CD4E5A9}" type="presParOf" srcId="{ECAA4EF3-40A6-4E0F-9DE7-FC47B12F1A5A}" destId="{44FE97CB-85FF-4E99-9A2F-3FCAEECA1663}" srcOrd="0" destOrd="0" presId="urn:microsoft.com/office/officeart/2005/8/layout/vList5"/>
    <dgm:cxn modelId="{B20C38E9-7C9E-43BD-B69B-B5990950E36E}" type="presParOf" srcId="{44FE97CB-85FF-4E99-9A2F-3FCAEECA1663}" destId="{8821712C-77DB-42BB-8625-80D8AC26873E}" srcOrd="0" destOrd="0" presId="urn:microsoft.com/office/officeart/2005/8/layout/vList5"/>
    <dgm:cxn modelId="{72524B6E-F534-4797-9D47-5D1045DA5F26}" type="presParOf" srcId="{ECAA4EF3-40A6-4E0F-9DE7-FC47B12F1A5A}" destId="{C95A453E-9AEE-45C7-982C-011AD7D70C38}" srcOrd="1" destOrd="0" presId="urn:microsoft.com/office/officeart/2005/8/layout/vList5"/>
    <dgm:cxn modelId="{BE337286-8D4D-4F61-B949-CADAC719BB58}" type="presParOf" srcId="{ECAA4EF3-40A6-4E0F-9DE7-FC47B12F1A5A}" destId="{399A6956-EFAE-4B47-9090-D75C10BFEE6B}" srcOrd="2" destOrd="0" presId="urn:microsoft.com/office/officeart/2005/8/layout/vList5"/>
    <dgm:cxn modelId="{4CB25F6B-C228-4028-B06D-B17A5FCF77BA}" type="presParOf" srcId="{399A6956-EFAE-4B47-9090-D75C10BFEE6B}" destId="{79825AC6-A113-4F0D-8177-CD221BB3DD46}" srcOrd="0" destOrd="0" presId="urn:microsoft.com/office/officeart/2005/8/layout/vList5"/>
    <dgm:cxn modelId="{852A3052-E425-410D-99D2-46CD2605AABE}" type="presParOf" srcId="{399A6956-EFAE-4B47-9090-D75C10BFEE6B}" destId="{EE15EA67-68A6-41C1-8382-08161A7991B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002178-0B21-4A60-B363-2D52F756646A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4F66C30-044D-4FE9-B277-F637D766F4E3}">
      <dgm:prSet/>
      <dgm:spPr/>
      <dgm:t>
        <a:bodyPr/>
        <a:lstStyle/>
        <a:p>
          <a:r>
            <a:rPr lang="en-IN" b="1"/>
            <a:t>White-Box Testing </a:t>
          </a:r>
          <a:r>
            <a:rPr lang="en-IN"/>
            <a:t>is a software testing method where </a:t>
          </a:r>
          <a:r>
            <a:rPr lang="en-IN" b="1"/>
            <a:t>the tester has knowledge of the internal structure, design, and code </a:t>
          </a:r>
          <a:r>
            <a:rPr lang="en-IN"/>
            <a:t>of the software being tested.</a:t>
          </a:r>
          <a:endParaRPr lang="en-US"/>
        </a:p>
      </dgm:t>
    </dgm:pt>
    <dgm:pt modelId="{74F69A57-7F48-4F70-9261-CAD1C31AC296}" type="parTrans" cxnId="{1CB92076-BBE4-47AF-81E2-3A0F085A0297}">
      <dgm:prSet/>
      <dgm:spPr/>
      <dgm:t>
        <a:bodyPr/>
        <a:lstStyle/>
        <a:p>
          <a:endParaRPr lang="en-US"/>
        </a:p>
      </dgm:t>
    </dgm:pt>
    <dgm:pt modelId="{0771B2A1-03E7-4267-A370-1008C9C92F12}" type="sibTrans" cxnId="{1CB92076-BBE4-47AF-81E2-3A0F085A0297}">
      <dgm:prSet/>
      <dgm:spPr/>
      <dgm:t>
        <a:bodyPr/>
        <a:lstStyle/>
        <a:p>
          <a:endParaRPr lang="en-US"/>
        </a:p>
      </dgm:t>
    </dgm:pt>
    <dgm:pt modelId="{EF61700D-ECF9-4D51-929F-0C156AA5BD57}">
      <dgm:prSet/>
      <dgm:spPr/>
      <dgm:t>
        <a:bodyPr/>
        <a:lstStyle/>
        <a:p>
          <a:r>
            <a:rPr lang="en-IN" b="1"/>
            <a:t>Common types of White-Box Testing</a:t>
          </a:r>
          <a:endParaRPr lang="en-US"/>
        </a:p>
      </dgm:t>
    </dgm:pt>
    <dgm:pt modelId="{6A709F73-70A5-4E3C-9BBA-1D173C990845}" type="parTrans" cxnId="{12BD5A50-0BC0-464B-B966-A48416E73EB5}">
      <dgm:prSet/>
      <dgm:spPr/>
      <dgm:t>
        <a:bodyPr/>
        <a:lstStyle/>
        <a:p>
          <a:endParaRPr lang="en-US"/>
        </a:p>
      </dgm:t>
    </dgm:pt>
    <dgm:pt modelId="{FE7F9661-1DDD-49E4-8A36-F419552EC332}" type="sibTrans" cxnId="{12BD5A50-0BC0-464B-B966-A48416E73EB5}">
      <dgm:prSet/>
      <dgm:spPr/>
      <dgm:t>
        <a:bodyPr/>
        <a:lstStyle/>
        <a:p>
          <a:endParaRPr lang="en-US"/>
        </a:p>
      </dgm:t>
    </dgm:pt>
    <dgm:pt modelId="{F0620B6D-A712-4CCF-BBAE-851F6C7AB790}">
      <dgm:prSet/>
      <dgm:spPr/>
      <dgm:t>
        <a:bodyPr/>
        <a:lstStyle/>
        <a:p>
          <a:r>
            <a:rPr lang="en-IN"/>
            <a:t>Unit Testing</a:t>
          </a:r>
          <a:endParaRPr lang="en-US"/>
        </a:p>
      </dgm:t>
    </dgm:pt>
    <dgm:pt modelId="{6CBD4CC7-29F3-4795-9339-5EA0D43A9652}" type="parTrans" cxnId="{D9723852-2564-4A1A-B037-1FF8061CD848}">
      <dgm:prSet/>
      <dgm:spPr/>
      <dgm:t>
        <a:bodyPr/>
        <a:lstStyle/>
        <a:p>
          <a:endParaRPr lang="en-US"/>
        </a:p>
      </dgm:t>
    </dgm:pt>
    <dgm:pt modelId="{1DA9072E-5A2D-4DB6-93F5-03A9E80778DE}" type="sibTrans" cxnId="{D9723852-2564-4A1A-B037-1FF8061CD848}">
      <dgm:prSet/>
      <dgm:spPr/>
      <dgm:t>
        <a:bodyPr/>
        <a:lstStyle/>
        <a:p>
          <a:endParaRPr lang="en-US"/>
        </a:p>
      </dgm:t>
    </dgm:pt>
    <dgm:pt modelId="{679A2FE0-F05B-4C95-83A0-8E54E8479DFC}">
      <dgm:prSet/>
      <dgm:spPr/>
      <dgm:t>
        <a:bodyPr/>
        <a:lstStyle/>
        <a:p>
          <a:r>
            <a:rPr lang="en-IN"/>
            <a:t>Code coverage Testing</a:t>
          </a:r>
          <a:endParaRPr lang="en-US"/>
        </a:p>
      </dgm:t>
    </dgm:pt>
    <dgm:pt modelId="{F0F0E026-B7BB-43BA-A8C7-A8FC415C01D9}" type="parTrans" cxnId="{D5A3A7A5-6FBB-4523-A1BB-E8A152B32803}">
      <dgm:prSet/>
      <dgm:spPr/>
      <dgm:t>
        <a:bodyPr/>
        <a:lstStyle/>
        <a:p>
          <a:endParaRPr lang="en-US"/>
        </a:p>
      </dgm:t>
    </dgm:pt>
    <dgm:pt modelId="{62492037-D9DE-43EA-93BC-DEA67319A403}" type="sibTrans" cxnId="{D5A3A7A5-6FBB-4523-A1BB-E8A152B32803}">
      <dgm:prSet/>
      <dgm:spPr/>
      <dgm:t>
        <a:bodyPr/>
        <a:lstStyle/>
        <a:p>
          <a:endParaRPr lang="en-US"/>
        </a:p>
      </dgm:t>
    </dgm:pt>
    <dgm:pt modelId="{EF99400B-C6FA-487F-AE3F-FA0C63F90387}">
      <dgm:prSet/>
      <dgm:spPr/>
      <dgm:t>
        <a:bodyPr/>
        <a:lstStyle/>
        <a:p>
          <a:r>
            <a:rPr lang="en-IN"/>
            <a:t>Integration testing</a:t>
          </a:r>
          <a:endParaRPr lang="en-US"/>
        </a:p>
      </dgm:t>
    </dgm:pt>
    <dgm:pt modelId="{BA68FC61-45D8-4F0F-A48D-835C1DC8BBB7}" type="parTrans" cxnId="{BE75B946-3763-4C0A-85E3-75584C68C65A}">
      <dgm:prSet/>
      <dgm:spPr/>
      <dgm:t>
        <a:bodyPr/>
        <a:lstStyle/>
        <a:p>
          <a:endParaRPr lang="en-US"/>
        </a:p>
      </dgm:t>
    </dgm:pt>
    <dgm:pt modelId="{F0E2785B-67B8-47A8-9C63-DB58F38C5912}" type="sibTrans" cxnId="{BE75B946-3763-4C0A-85E3-75584C68C65A}">
      <dgm:prSet/>
      <dgm:spPr/>
      <dgm:t>
        <a:bodyPr/>
        <a:lstStyle/>
        <a:p>
          <a:endParaRPr lang="en-US"/>
        </a:p>
      </dgm:t>
    </dgm:pt>
    <dgm:pt modelId="{5D7CD3C7-540F-4219-AAAF-1BF182D6A073}" type="pres">
      <dgm:prSet presAssocID="{C4002178-0B21-4A60-B363-2D52F756646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4624F9D-12EF-4B8C-854D-874F37A09267}" type="pres">
      <dgm:prSet presAssocID="{E4F66C30-044D-4FE9-B277-F637D766F4E3}" presName="root1" presStyleCnt="0"/>
      <dgm:spPr/>
    </dgm:pt>
    <dgm:pt modelId="{340FE6AB-AF99-4E21-A886-06CA2789493F}" type="pres">
      <dgm:prSet presAssocID="{E4F66C30-044D-4FE9-B277-F637D766F4E3}" presName="LevelOneTextNode" presStyleLbl="node0" presStyleIdx="0" presStyleCnt="2">
        <dgm:presLayoutVars>
          <dgm:chPref val="3"/>
        </dgm:presLayoutVars>
      </dgm:prSet>
      <dgm:spPr/>
    </dgm:pt>
    <dgm:pt modelId="{D4044C42-422F-44B7-89D5-F8BBB18510FC}" type="pres">
      <dgm:prSet presAssocID="{E4F66C30-044D-4FE9-B277-F637D766F4E3}" presName="level2hierChild" presStyleCnt="0"/>
      <dgm:spPr/>
    </dgm:pt>
    <dgm:pt modelId="{B5DAB516-6BF6-4F80-A7D4-4B560B3DEA85}" type="pres">
      <dgm:prSet presAssocID="{EF61700D-ECF9-4D51-929F-0C156AA5BD57}" presName="root1" presStyleCnt="0"/>
      <dgm:spPr/>
    </dgm:pt>
    <dgm:pt modelId="{2EB6E5A3-99B3-4D98-94F8-9A15DFE62B6C}" type="pres">
      <dgm:prSet presAssocID="{EF61700D-ECF9-4D51-929F-0C156AA5BD57}" presName="LevelOneTextNode" presStyleLbl="node0" presStyleIdx="1" presStyleCnt="2">
        <dgm:presLayoutVars>
          <dgm:chPref val="3"/>
        </dgm:presLayoutVars>
      </dgm:prSet>
      <dgm:spPr/>
    </dgm:pt>
    <dgm:pt modelId="{27577CC2-660A-48CF-B8D6-C076FC3B9AA2}" type="pres">
      <dgm:prSet presAssocID="{EF61700D-ECF9-4D51-929F-0C156AA5BD57}" presName="level2hierChild" presStyleCnt="0"/>
      <dgm:spPr/>
    </dgm:pt>
    <dgm:pt modelId="{E9A55870-4A5F-4E10-9714-6DFA2945941A}" type="pres">
      <dgm:prSet presAssocID="{6CBD4CC7-29F3-4795-9339-5EA0D43A9652}" presName="conn2-1" presStyleLbl="parChTrans1D2" presStyleIdx="0" presStyleCnt="3"/>
      <dgm:spPr/>
    </dgm:pt>
    <dgm:pt modelId="{E85CAD0B-ED2E-4E5A-A03D-B6A86548762A}" type="pres">
      <dgm:prSet presAssocID="{6CBD4CC7-29F3-4795-9339-5EA0D43A9652}" presName="connTx" presStyleLbl="parChTrans1D2" presStyleIdx="0" presStyleCnt="3"/>
      <dgm:spPr/>
    </dgm:pt>
    <dgm:pt modelId="{9F5438B4-389F-441E-9E45-1544F6EFD46D}" type="pres">
      <dgm:prSet presAssocID="{F0620B6D-A712-4CCF-BBAE-851F6C7AB790}" presName="root2" presStyleCnt="0"/>
      <dgm:spPr/>
    </dgm:pt>
    <dgm:pt modelId="{8CE65F72-48D8-4B5A-A117-257D4B80373A}" type="pres">
      <dgm:prSet presAssocID="{F0620B6D-A712-4CCF-BBAE-851F6C7AB790}" presName="LevelTwoTextNode" presStyleLbl="node2" presStyleIdx="0" presStyleCnt="3">
        <dgm:presLayoutVars>
          <dgm:chPref val="3"/>
        </dgm:presLayoutVars>
      </dgm:prSet>
      <dgm:spPr/>
    </dgm:pt>
    <dgm:pt modelId="{77BE9B1C-E49F-4258-A1B6-16FF4D5D2CF0}" type="pres">
      <dgm:prSet presAssocID="{F0620B6D-A712-4CCF-BBAE-851F6C7AB790}" presName="level3hierChild" presStyleCnt="0"/>
      <dgm:spPr/>
    </dgm:pt>
    <dgm:pt modelId="{0C186ED4-EB48-4CF3-971D-AB38D17D50E3}" type="pres">
      <dgm:prSet presAssocID="{F0F0E026-B7BB-43BA-A8C7-A8FC415C01D9}" presName="conn2-1" presStyleLbl="parChTrans1D2" presStyleIdx="1" presStyleCnt="3"/>
      <dgm:spPr/>
    </dgm:pt>
    <dgm:pt modelId="{BAB8A0FA-B5C9-4732-85CF-7F9FD724E76E}" type="pres">
      <dgm:prSet presAssocID="{F0F0E026-B7BB-43BA-A8C7-A8FC415C01D9}" presName="connTx" presStyleLbl="parChTrans1D2" presStyleIdx="1" presStyleCnt="3"/>
      <dgm:spPr/>
    </dgm:pt>
    <dgm:pt modelId="{DB92A15D-E577-438C-AA65-0A48819ECA90}" type="pres">
      <dgm:prSet presAssocID="{679A2FE0-F05B-4C95-83A0-8E54E8479DFC}" presName="root2" presStyleCnt="0"/>
      <dgm:spPr/>
    </dgm:pt>
    <dgm:pt modelId="{9793EE64-3361-4EC0-AC3E-F649DADF0DB2}" type="pres">
      <dgm:prSet presAssocID="{679A2FE0-F05B-4C95-83A0-8E54E8479DFC}" presName="LevelTwoTextNode" presStyleLbl="node2" presStyleIdx="1" presStyleCnt="3">
        <dgm:presLayoutVars>
          <dgm:chPref val="3"/>
        </dgm:presLayoutVars>
      </dgm:prSet>
      <dgm:spPr/>
    </dgm:pt>
    <dgm:pt modelId="{E07166A5-AE48-4791-8607-88A739E21003}" type="pres">
      <dgm:prSet presAssocID="{679A2FE0-F05B-4C95-83A0-8E54E8479DFC}" presName="level3hierChild" presStyleCnt="0"/>
      <dgm:spPr/>
    </dgm:pt>
    <dgm:pt modelId="{3A8D3E74-0263-49AE-B192-12FE39C88C9F}" type="pres">
      <dgm:prSet presAssocID="{BA68FC61-45D8-4F0F-A48D-835C1DC8BBB7}" presName="conn2-1" presStyleLbl="parChTrans1D2" presStyleIdx="2" presStyleCnt="3"/>
      <dgm:spPr/>
    </dgm:pt>
    <dgm:pt modelId="{6F712534-BE3E-4516-B327-FF853D260AC9}" type="pres">
      <dgm:prSet presAssocID="{BA68FC61-45D8-4F0F-A48D-835C1DC8BBB7}" presName="connTx" presStyleLbl="parChTrans1D2" presStyleIdx="2" presStyleCnt="3"/>
      <dgm:spPr/>
    </dgm:pt>
    <dgm:pt modelId="{ACA9C4D9-A8F7-45F7-BEA4-B86881CC1A28}" type="pres">
      <dgm:prSet presAssocID="{EF99400B-C6FA-487F-AE3F-FA0C63F90387}" presName="root2" presStyleCnt="0"/>
      <dgm:spPr/>
    </dgm:pt>
    <dgm:pt modelId="{04227B45-ED8B-4B39-A43E-BC6AB4DD596D}" type="pres">
      <dgm:prSet presAssocID="{EF99400B-C6FA-487F-AE3F-FA0C63F90387}" presName="LevelTwoTextNode" presStyleLbl="node2" presStyleIdx="2" presStyleCnt="3">
        <dgm:presLayoutVars>
          <dgm:chPref val="3"/>
        </dgm:presLayoutVars>
      </dgm:prSet>
      <dgm:spPr/>
    </dgm:pt>
    <dgm:pt modelId="{2D08E372-FB6D-4C72-9C5B-42DD04ED6695}" type="pres">
      <dgm:prSet presAssocID="{EF99400B-C6FA-487F-AE3F-FA0C63F90387}" presName="level3hierChild" presStyleCnt="0"/>
      <dgm:spPr/>
    </dgm:pt>
  </dgm:ptLst>
  <dgm:cxnLst>
    <dgm:cxn modelId="{1C9A1716-2C75-486D-ABC4-9887A6565F0C}" type="presOf" srcId="{6CBD4CC7-29F3-4795-9339-5EA0D43A9652}" destId="{E9A55870-4A5F-4E10-9714-6DFA2945941A}" srcOrd="0" destOrd="0" presId="urn:microsoft.com/office/officeart/2005/8/layout/hierarchy2"/>
    <dgm:cxn modelId="{5051CF2C-0590-4753-8CEE-FB1F527A5143}" type="presOf" srcId="{C4002178-0B21-4A60-B363-2D52F756646A}" destId="{5D7CD3C7-540F-4219-AAAF-1BF182D6A073}" srcOrd="0" destOrd="0" presId="urn:microsoft.com/office/officeart/2005/8/layout/hierarchy2"/>
    <dgm:cxn modelId="{364E0C32-C45D-4C1B-9435-8F91E4DA2AFB}" type="presOf" srcId="{BA68FC61-45D8-4F0F-A48D-835C1DC8BBB7}" destId="{6F712534-BE3E-4516-B327-FF853D260AC9}" srcOrd="1" destOrd="0" presId="urn:microsoft.com/office/officeart/2005/8/layout/hierarchy2"/>
    <dgm:cxn modelId="{EFCC5738-766B-4784-B63D-8828D05D91A1}" type="presOf" srcId="{F0F0E026-B7BB-43BA-A8C7-A8FC415C01D9}" destId="{BAB8A0FA-B5C9-4732-85CF-7F9FD724E76E}" srcOrd="1" destOrd="0" presId="urn:microsoft.com/office/officeart/2005/8/layout/hierarchy2"/>
    <dgm:cxn modelId="{8E148F5C-B996-45A1-BD9F-764AFC377C26}" type="presOf" srcId="{E4F66C30-044D-4FE9-B277-F637D766F4E3}" destId="{340FE6AB-AF99-4E21-A886-06CA2789493F}" srcOrd="0" destOrd="0" presId="urn:microsoft.com/office/officeart/2005/8/layout/hierarchy2"/>
    <dgm:cxn modelId="{F7B52964-9D80-45C8-BC8E-F50F4C082562}" type="presOf" srcId="{679A2FE0-F05B-4C95-83A0-8E54E8479DFC}" destId="{9793EE64-3361-4EC0-AC3E-F649DADF0DB2}" srcOrd="0" destOrd="0" presId="urn:microsoft.com/office/officeart/2005/8/layout/hierarchy2"/>
    <dgm:cxn modelId="{BE75B946-3763-4C0A-85E3-75584C68C65A}" srcId="{EF61700D-ECF9-4D51-929F-0C156AA5BD57}" destId="{EF99400B-C6FA-487F-AE3F-FA0C63F90387}" srcOrd="2" destOrd="0" parTransId="{BA68FC61-45D8-4F0F-A48D-835C1DC8BBB7}" sibTransId="{F0E2785B-67B8-47A8-9C63-DB58F38C5912}"/>
    <dgm:cxn modelId="{BF256E69-647C-4938-A4BE-94BA7472D8EC}" type="presOf" srcId="{EF61700D-ECF9-4D51-929F-0C156AA5BD57}" destId="{2EB6E5A3-99B3-4D98-94F8-9A15DFE62B6C}" srcOrd="0" destOrd="0" presId="urn:microsoft.com/office/officeart/2005/8/layout/hierarchy2"/>
    <dgm:cxn modelId="{12BD5A50-0BC0-464B-B966-A48416E73EB5}" srcId="{C4002178-0B21-4A60-B363-2D52F756646A}" destId="{EF61700D-ECF9-4D51-929F-0C156AA5BD57}" srcOrd="1" destOrd="0" parTransId="{6A709F73-70A5-4E3C-9BBA-1D173C990845}" sibTransId="{FE7F9661-1DDD-49E4-8A36-F419552EC332}"/>
    <dgm:cxn modelId="{D9723852-2564-4A1A-B037-1FF8061CD848}" srcId="{EF61700D-ECF9-4D51-929F-0C156AA5BD57}" destId="{F0620B6D-A712-4CCF-BBAE-851F6C7AB790}" srcOrd="0" destOrd="0" parTransId="{6CBD4CC7-29F3-4795-9339-5EA0D43A9652}" sibTransId="{1DA9072E-5A2D-4DB6-93F5-03A9E80778DE}"/>
    <dgm:cxn modelId="{9DBF7975-9718-4A7B-821A-76C2D6F3721A}" type="presOf" srcId="{F0F0E026-B7BB-43BA-A8C7-A8FC415C01D9}" destId="{0C186ED4-EB48-4CF3-971D-AB38D17D50E3}" srcOrd="0" destOrd="0" presId="urn:microsoft.com/office/officeart/2005/8/layout/hierarchy2"/>
    <dgm:cxn modelId="{1CB92076-BBE4-47AF-81E2-3A0F085A0297}" srcId="{C4002178-0B21-4A60-B363-2D52F756646A}" destId="{E4F66C30-044D-4FE9-B277-F637D766F4E3}" srcOrd="0" destOrd="0" parTransId="{74F69A57-7F48-4F70-9261-CAD1C31AC296}" sibTransId="{0771B2A1-03E7-4267-A370-1008C9C92F12}"/>
    <dgm:cxn modelId="{3E7D4598-39C6-4242-8EB6-DCF7C0E5C04D}" type="presOf" srcId="{F0620B6D-A712-4CCF-BBAE-851F6C7AB790}" destId="{8CE65F72-48D8-4B5A-A117-257D4B80373A}" srcOrd="0" destOrd="0" presId="urn:microsoft.com/office/officeart/2005/8/layout/hierarchy2"/>
    <dgm:cxn modelId="{AF14E0A2-489A-4041-B8A9-D3444F69627F}" type="presOf" srcId="{6CBD4CC7-29F3-4795-9339-5EA0D43A9652}" destId="{E85CAD0B-ED2E-4E5A-A03D-B6A86548762A}" srcOrd="1" destOrd="0" presId="urn:microsoft.com/office/officeart/2005/8/layout/hierarchy2"/>
    <dgm:cxn modelId="{D5A3A7A5-6FBB-4523-A1BB-E8A152B32803}" srcId="{EF61700D-ECF9-4D51-929F-0C156AA5BD57}" destId="{679A2FE0-F05B-4C95-83A0-8E54E8479DFC}" srcOrd="1" destOrd="0" parTransId="{F0F0E026-B7BB-43BA-A8C7-A8FC415C01D9}" sibTransId="{62492037-D9DE-43EA-93BC-DEA67319A403}"/>
    <dgm:cxn modelId="{DB88CFB2-BAA5-4DE2-9184-EEB0EFD14231}" type="presOf" srcId="{EF99400B-C6FA-487F-AE3F-FA0C63F90387}" destId="{04227B45-ED8B-4B39-A43E-BC6AB4DD596D}" srcOrd="0" destOrd="0" presId="urn:microsoft.com/office/officeart/2005/8/layout/hierarchy2"/>
    <dgm:cxn modelId="{96293ACF-B932-4A21-8DD8-C60E33388F2A}" type="presOf" srcId="{BA68FC61-45D8-4F0F-A48D-835C1DC8BBB7}" destId="{3A8D3E74-0263-49AE-B192-12FE39C88C9F}" srcOrd="0" destOrd="0" presId="urn:microsoft.com/office/officeart/2005/8/layout/hierarchy2"/>
    <dgm:cxn modelId="{5AB957B6-2C48-4AFC-990D-51B1A558A60C}" type="presParOf" srcId="{5D7CD3C7-540F-4219-AAAF-1BF182D6A073}" destId="{54624F9D-12EF-4B8C-854D-874F37A09267}" srcOrd="0" destOrd="0" presId="urn:microsoft.com/office/officeart/2005/8/layout/hierarchy2"/>
    <dgm:cxn modelId="{E579019D-24E4-46FE-AD1B-39D3551DABCF}" type="presParOf" srcId="{54624F9D-12EF-4B8C-854D-874F37A09267}" destId="{340FE6AB-AF99-4E21-A886-06CA2789493F}" srcOrd="0" destOrd="0" presId="urn:microsoft.com/office/officeart/2005/8/layout/hierarchy2"/>
    <dgm:cxn modelId="{AC63DE8E-25EB-4869-83AB-769F28252E1C}" type="presParOf" srcId="{54624F9D-12EF-4B8C-854D-874F37A09267}" destId="{D4044C42-422F-44B7-89D5-F8BBB18510FC}" srcOrd="1" destOrd="0" presId="urn:microsoft.com/office/officeart/2005/8/layout/hierarchy2"/>
    <dgm:cxn modelId="{5EB98B89-163D-4B26-896B-07F8D1D00F79}" type="presParOf" srcId="{5D7CD3C7-540F-4219-AAAF-1BF182D6A073}" destId="{B5DAB516-6BF6-4F80-A7D4-4B560B3DEA85}" srcOrd="1" destOrd="0" presId="urn:microsoft.com/office/officeart/2005/8/layout/hierarchy2"/>
    <dgm:cxn modelId="{239D92C7-BB87-412E-8CC7-EA6DD60DF6BD}" type="presParOf" srcId="{B5DAB516-6BF6-4F80-A7D4-4B560B3DEA85}" destId="{2EB6E5A3-99B3-4D98-94F8-9A15DFE62B6C}" srcOrd="0" destOrd="0" presId="urn:microsoft.com/office/officeart/2005/8/layout/hierarchy2"/>
    <dgm:cxn modelId="{7EA76545-729F-42B6-9710-E478A1ED6330}" type="presParOf" srcId="{B5DAB516-6BF6-4F80-A7D4-4B560B3DEA85}" destId="{27577CC2-660A-48CF-B8D6-C076FC3B9AA2}" srcOrd="1" destOrd="0" presId="urn:microsoft.com/office/officeart/2005/8/layout/hierarchy2"/>
    <dgm:cxn modelId="{FA71E92A-2998-4B76-A11F-AC165A1A2BA3}" type="presParOf" srcId="{27577CC2-660A-48CF-B8D6-C076FC3B9AA2}" destId="{E9A55870-4A5F-4E10-9714-6DFA2945941A}" srcOrd="0" destOrd="0" presId="urn:microsoft.com/office/officeart/2005/8/layout/hierarchy2"/>
    <dgm:cxn modelId="{5211A8C4-C184-4B0F-B8AB-3045C8830CC6}" type="presParOf" srcId="{E9A55870-4A5F-4E10-9714-6DFA2945941A}" destId="{E85CAD0B-ED2E-4E5A-A03D-B6A86548762A}" srcOrd="0" destOrd="0" presId="urn:microsoft.com/office/officeart/2005/8/layout/hierarchy2"/>
    <dgm:cxn modelId="{7DA0D093-85FE-4C3A-88E0-157A9F2C9D3D}" type="presParOf" srcId="{27577CC2-660A-48CF-B8D6-C076FC3B9AA2}" destId="{9F5438B4-389F-441E-9E45-1544F6EFD46D}" srcOrd="1" destOrd="0" presId="urn:microsoft.com/office/officeart/2005/8/layout/hierarchy2"/>
    <dgm:cxn modelId="{26D01AC5-CFE0-4099-91D2-AA0B9A3AE7E6}" type="presParOf" srcId="{9F5438B4-389F-441E-9E45-1544F6EFD46D}" destId="{8CE65F72-48D8-4B5A-A117-257D4B80373A}" srcOrd="0" destOrd="0" presId="urn:microsoft.com/office/officeart/2005/8/layout/hierarchy2"/>
    <dgm:cxn modelId="{041DF16D-BE82-48BC-A356-E0773992FE8E}" type="presParOf" srcId="{9F5438B4-389F-441E-9E45-1544F6EFD46D}" destId="{77BE9B1C-E49F-4258-A1B6-16FF4D5D2CF0}" srcOrd="1" destOrd="0" presId="urn:microsoft.com/office/officeart/2005/8/layout/hierarchy2"/>
    <dgm:cxn modelId="{594F3E69-97DA-4339-9B56-4F72FE658632}" type="presParOf" srcId="{27577CC2-660A-48CF-B8D6-C076FC3B9AA2}" destId="{0C186ED4-EB48-4CF3-971D-AB38D17D50E3}" srcOrd="2" destOrd="0" presId="urn:microsoft.com/office/officeart/2005/8/layout/hierarchy2"/>
    <dgm:cxn modelId="{AAA3BF69-B453-4A80-ACF7-FF11CD84C7DD}" type="presParOf" srcId="{0C186ED4-EB48-4CF3-971D-AB38D17D50E3}" destId="{BAB8A0FA-B5C9-4732-85CF-7F9FD724E76E}" srcOrd="0" destOrd="0" presId="urn:microsoft.com/office/officeart/2005/8/layout/hierarchy2"/>
    <dgm:cxn modelId="{CAA14227-8E95-48ED-9BC6-3613B240FD80}" type="presParOf" srcId="{27577CC2-660A-48CF-B8D6-C076FC3B9AA2}" destId="{DB92A15D-E577-438C-AA65-0A48819ECA90}" srcOrd="3" destOrd="0" presId="urn:microsoft.com/office/officeart/2005/8/layout/hierarchy2"/>
    <dgm:cxn modelId="{E864A76A-9468-4892-916E-96F4FA0359C3}" type="presParOf" srcId="{DB92A15D-E577-438C-AA65-0A48819ECA90}" destId="{9793EE64-3361-4EC0-AC3E-F649DADF0DB2}" srcOrd="0" destOrd="0" presId="urn:microsoft.com/office/officeart/2005/8/layout/hierarchy2"/>
    <dgm:cxn modelId="{61E0249F-0847-44E8-8C4B-AAAFA9BB803C}" type="presParOf" srcId="{DB92A15D-E577-438C-AA65-0A48819ECA90}" destId="{E07166A5-AE48-4791-8607-88A739E21003}" srcOrd="1" destOrd="0" presId="urn:microsoft.com/office/officeart/2005/8/layout/hierarchy2"/>
    <dgm:cxn modelId="{44D3F9E4-DD3E-4C0F-AE9B-1F0B482F9AF1}" type="presParOf" srcId="{27577CC2-660A-48CF-B8D6-C076FC3B9AA2}" destId="{3A8D3E74-0263-49AE-B192-12FE39C88C9F}" srcOrd="4" destOrd="0" presId="urn:microsoft.com/office/officeart/2005/8/layout/hierarchy2"/>
    <dgm:cxn modelId="{43816C6E-E947-4C00-90EB-938D9025930F}" type="presParOf" srcId="{3A8D3E74-0263-49AE-B192-12FE39C88C9F}" destId="{6F712534-BE3E-4516-B327-FF853D260AC9}" srcOrd="0" destOrd="0" presId="urn:microsoft.com/office/officeart/2005/8/layout/hierarchy2"/>
    <dgm:cxn modelId="{4B12E568-EC58-4CAC-ACC4-F512B485C37E}" type="presParOf" srcId="{27577CC2-660A-48CF-B8D6-C076FC3B9AA2}" destId="{ACA9C4D9-A8F7-45F7-BEA4-B86881CC1A28}" srcOrd="5" destOrd="0" presId="urn:microsoft.com/office/officeart/2005/8/layout/hierarchy2"/>
    <dgm:cxn modelId="{D7B8094A-43AA-43CD-BF01-BAD40A34F4CE}" type="presParOf" srcId="{ACA9C4D9-A8F7-45F7-BEA4-B86881CC1A28}" destId="{04227B45-ED8B-4B39-A43E-BC6AB4DD596D}" srcOrd="0" destOrd="0" presId="urn:microsoft.com/office/officeart/2005/8/layout/hierarchy2"/>
    <dgm:cxn modelId="{85331674-E361-4154-A6A7-47D1C21ECD57}" type="presParOf" srcId="{ACA9C4D9-A8F7-45F7-BEA4-B86881CC1A28}" destId="{2D08E372-FB6D-4C72-9C5B-42DD04ED669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279F67-22C1-49B0-8AEB-E710622033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4C9EBA0-D5CC-4DC4-BCB4-C7F1402182C4}">
      <dgm:prSet/>
      <dgm:spPr/>
      <dgm:t>
        <a:bodyPr/>
        <a:lstStyle/>
        <a:p>
          <a:r>
            <a:rPr lang="en-IN" b="1" dirty="0"/>
            <a:t>Regression Testing: </a:t>
          </a:r>
          <a:r>
            <a:rPr lang="en-IN" dirty="0"/>
            <a:t>It is full or partial selection of already executed test cases that are re-executed to ensure the existing functionalities are working fine</a:t>
          </a:r>
          <a:endParaRPr lang="en-US" dirty="0"/>
        </a:p>
      </dgm:t>
    </dgm:pt>
    <dgm:pt modelId="{6C83E621-9504-4956-8E5D-06D50FBD576A}" type="parTrans" cxnId="{27963ABF-D5E8-4FBD-9DAD-F2F41D7E0004}">
      <dgm:prSet/>
      <dgm:spPr/>
      <dgm:t>
        <a:bodyPr/>
        <a:lstStyle/>
        <a:p>
          <a:endParaRPr lang="en-US"/>
        </a:p>
      </dgm:t>
    </dgm:pt>
    <dgm:pt modelId="{C59718C8-76C2-41E2-A086-30C5972E65A9}" type="sibTrans" cxnId="{27963ABF-D5E8-4FBD-9DAD-F2F41D7E0004}">
      <dgm:prSet/>
      <dgm:spPr/>
      <dgm:t>
        <a:bodyPr/>
        <a:lstStyle/>
        <a:p>
          <a:endParaRPr lang="en-US"/>
        </a:p>
      </dgm:t>
    </dgm:pt>
    <dgm:pt modelId="{5CE8A10F-9512-46D4-9750-C044D4375DB0}">
      <dgm:prSet/>
      <dgm:spPr/>
      <dgm:t>
        <a:bodyPr/>
        <a:lstStyle/>
        <a:p>
          <a:r>
            <a:rPr lang="en-IN" b="1"/>
            <a:t>Sanity Testing: </a:t>
          </a:r>
          <a:r>
            <a:rPr lang="en-IN"/>
            <a:t>It is a quick check to see if a specific part of the software works after small changes or bug fixes.</a:t>
          </a:r>
          <a:endParaRPr lang="en-US"/>
        </a:p>
      </dgm:t>
    </dgm:pt>
    <dgm:pt modelId="{1CC4BB39-F3C4-41B1-AFF6-77A05D0FECE2}" type="parTrans" cxnId="{ED3E4633-C011-4033-98F4-68F232CF6A5F}">
      <dgm:prSet/>
      <dgm:spPr/>
      <dgm:t>
        <a:bodyPr/>
        <a:lstStyle/>
        <a:p>
          <a:endParaRPr lang="en-US"/>
        </a:p>
      </dgm:t>
    </dgm:pt>
    <dgm:pt modelId="{3C196EC3-DEB2-4C0E-8BFA-D36735B05763}" type="sibTrans" cxnId="{ED3E4633-C011-4033-98F4-68F232CF6A5F}">
      <dgm:prSet/>
      <dgm:spPr/>
      <dgm:t>
        <a:bodyPr/>
        <a:lstStyle/>
        <a:p>
          <a:endParaRPr lang="en-US"/>
        </a:p>
      </dgm:t>
    </dgm:pt>
    <dgm:pt modelId="{EF9499C8-B957-42E9-9F77-4AE95FF865E3}">
      <dgm:prSet/>
      <dgm:spPr/>
      <dgm:t>
        <a:bodyPr/>
        <a:lstStyle/>
        <a:p>
          <a:r>
            <a:rPr lang="en-IN" b="1"/>
            <a:t>Smoke Testing: </a:t>
          </a:r>
          <a:r>
            <a:rPr lang="en-IN"/>
            <a:t>It is a basic, quick test to check if the main functionality of software works.</a:t>
          </a:r>
          <a:endParaRPr lang="en-US"/>
        </a:p>
      </dgm:t>
    </dgm:pt>
    <dgm:pt modelId="{DE5DA832-591C-448F-AF22-B133E3A56ECC}" type="parTrans" cxnId="{F86BE0A0-CA47-44FC-966E-F21EBDDDD15F}">
      <dgm:prSet/>
      <dgm:spPr/>
      <dgm:t>
        <a:bodyPr/>
        <a:lstStyle/>
        <a:p>
          <a:endParaRPr lang="en-US"/>
        </a:p>
      </dgm:t>
    </dgm:pt>
    <dgm:pt modelId="{71C342CC-19CC-4E8F-824D-E2A6A0F08878}" type="sibTrans" cxnId="{F86BE0A0-CA47-44FC-966E-F21EBDDDD15F}">
      <dgm:prSet/>
      <dgm:spPr/>
      <dgm:t>
        <a:bodyPr/>
        <a:lstStyle/>
        <a:p>
          <a:endParaRPr lang="en-US"/>
        </a:p>
      </dgm:t>
    </dgm:pt>
    <dgm:pt modelId="{69B5CB65-D984-4CE1-97FB-4294DF57084D}">
      <dgm:prSet/>
      <dgm:spPr/>
      <dgm:t>
        <a:bodyPr/>
        <a:lstStyle/>
        <a:p>
          <a:r>
            <a:rPr lang="en-IN" b="1"/>
            <a:t>Unit Testing: </a:t>
          </a:r>
          <a:r>
            <a:rPr lang="en-IN"/>
            <a:t>It means testing the smallest part of the code like a single functionality or module, by itself.</a:t>
          </a:r>
          <a:endParaRPr lang="en-US"/>
        </a:p>
      </dgm:t>
    </dgm:pt>
    <dgm:pt modelId="{3B510EC3-DF27-4869-ABB8-AE996C2A8DDB}" type="parTrans" cxnId="{C075085A-41FE-4678-BC65-DC4AE6E392CB}">
      <dgm:prSet/>
      <dgm:spPr/>
      <dgm:t>
        <a:bodyPr/>
        <a:lstStyle/>
        <a:p>
          <a:endParaRPr lang="en-US"/>
        </a:p>
      </dgm:t>
    </dgm:pt>
    <dgm:pt modelId="{5CEC171F-6276-4CE7-9457-E042426D66D0}" type="sibTrans" cxnId="{C075085A-41FE-4678-BC65-DC4AE6E392CB}">
      <dgm:prSet/>
      <dgm:spPr/>
      <dgm:t>
        <a:bodyPr/>
        <a:lstStyle/>
        <a:p>
          <a:endParaRPr lang="en-US"/>
        </a:p>
      </dgm:t>
    </dgm:pt>
    <dgm:pt modelId="{4B4C978A-54E4-4503-AA0F-71E904F90CAF}">
      <dgm:prSet/>
      <dgm:spPr/>
      <dgm:t>
        <a:bodyPr/>
        <a:lstStyle/>
        <a:p>
          <a:r>
            <a:rPr lang="en-IN" b="1"/>
            <a:t>Integration testing: </a:t>
          </a:r>
          <a:r>
            <a:rPr lang="en-IN"/>
            <a:t>Checking if different units, modules of software applications are tested as combined entity. </a:t>
          </a:r>
          <a:endParaRPr lang="en-US"/>
        </a:p>
      </dgm:t>
    </dgm:pt>
    <dgm:pt modelId="{072E01E3-8475-4E9B-B61F-6FDBF515B9D8}" type="parTrans" cxnId="{4BFC3554-1737-46CB-BFD5-50F6D3B7B9E1}">
      <dgm:prSet/>
      <dgm:spPr/>
      <dgm:t>
        <a:bodyPr/>
        <a:lstStyle/>
        <a:p>
          <a:endParaRPr lang="en-US"/>
        </a:p>
      </dgm:t>
    </dgm:pt>
    <dgm:pt modelId="{515D260B-942C-441E-872C-A30624A459B2}" type="sibTrans" cxnId="{4BFC3554-1737-46CB-BFD5-50F6D3B7B9E1}">
      <dgm:prSet/>
      <dgm:spPr/>
      <dgm:t>
        <a:bodyPr/>
        <a:lstStyle/>
        <a:p>
          <a:endParaRPr lang="en-US"/>
        </a:p>
      </dgm:t>
    </dgm:pt>
    <dgm:pt modelId="{0FC24663-0756-415B-9886-538C1826629B}">
      <dgm:prSet/>
      <dgm:spPr/>
      <dgm:t>
        <a:bodyPr/>
        <a:lstStyle/>
        <a:p>
          <a:r>
            <a:rPr lang="en-IN" b="1"/>
            <a:t>System Testing: </a:t>
          </a:r>
          <a:r>
            <a:rPr lang="en-IN"/>
            <a:t>It evaluates the complete and integrated software system to ensure it meets the specified requirements and it tests the entire system as a whole, including both functional and non-functional.</a:t>
          </a:r>
          <a:endParaRPr lang="en-US"/>
        </a:p>
      </dgm:t>
    </dgm:pt>
    <dgm:pt modelId="{0C6721BF-9821-42CF-973C-7A2CA681190F}" type="parTrans" cxnId="{68B3F2E1-1D9A-4F04-8971-CDEAF2652C00}">
      <dgm:prSet/>
      <dgm:spPr/>
      <dgm:t>
        <a:bodyPr/>
        <a:lstStyle/>
        <a:p>
          <a:endParaRPr lang="en-US"/>
        </a:p>
      </dgm:t>
    </dgm:pt>
    <dgm:pt modelId="{74E7A0B3-6AF2-4C68-A68E-46116EDCA70F}" type="sibTrans" cxnId="{68B3F2E1-1D9A-4F04-8971-CDEAF2652C00}">
      <dgm:prSet/>
      <dgm:spPr/>
      <dgm:t>
        <a:bodyPr/>
        <a:lstStyle/>
        <a:p>
          <a:endParaRPr lang="en-US"/>
        </a:p>
      </dgm:t>
    </dgm:pt>
    <dgm:pt modelId="{E7B200EE-3E4A-43F3-B802-AB9F9177E61B}">
      <dgm:prSet/>
      <dgm:spPr/>
      <dgm:t>
        <a:bodyPr/>
        <a:lstStyle/>
        <a:p>
          <a:r>
            <a:rPr lang="en-IN" b="1"/>
            <a:t>UAT Testing:</a:t>
          </a:r>
          <a:r>
            <a:rPr lang="en-IN"/>
            <a:t> End user can test the application before the production go live.</a:t>
          </a:r>
          <a:endParaRPr lang="en-US"/>
        </a:p>
      </dgm:t>
    </dgm:pt>
    <dgm:pt modelId="{B22FBE10-39BD-4CAF-B429-41CDB8105373}" type="parTrans" cxnId="{BD81AD61-5AF8-4DD5-BE13-4CE9DAE9242E}">
      <dgm:prSet/>
      <dgm:spPr/>
      <dgm:t>
        <a:bodyPr/>
        <a:lstStyle/>
        <a:p>
          <a:endParaRPr lang="en-US"/>
        </a:p>
      </dgm:t>
    </dgm:pt>
    <dgm:pt modelId="{447B6E22-31C3-49F5-B46C-263789EDF59C}" type="sibTrans" cxnId="{BD81AD61-5AF8-4DD5-BE13-4CE9DAE9242E}">
      <dgm:prSet/>
      <dgm:spPr/>
      <dgm:t>
        <a:bodyPr/>
        <a:lstStyle/>
        <a:p>
          <a:endParaRPr lang="en-US"/>
        </a:p>
      </dgm:t>
    </dgm:pt>
    <dgm:pt modelId="{489529E5-A127-4E02-BDEC-C2B984440D28}" type="pres">
      <dgm:prSet presAssocID="{A4279F67-22C1-49B0-8AEB-E71062203359}" presName="root" presStyleCnt="0">
        <dgm:presLayoutVars>
          <dgm:dir/>
          <dgm:resizeHandles val="exact"/>
        </dgm:presLayoutVars>
      </dgm:prSet>
      <dgm:spPr/>
    </dgm:pt>
    <dgm:pt modelId="{2FFB849F-B6B7-4431-A7F6-8A5A1F51ED22}" type="pres">
      <dgm:prSet presAssocID="{94C9EBA0-D5CC-4DC4-BCB4-C7F1402182C4}" presName="compNode" presStyleCnt="0"/>
      <dgm:spPr/>
    </dgm:pt>
    <dgm:pt modelId="{3725D6A6-F3EC-4FED-BE0D-1CE1A36FCBE7}" type="pres">
      <dgm:prSet presAssocID="{94C9EBA0-D5CC-4DC4-BCB4-C7F1402182C4}" presName="bgRect" presStyleLbl="bgShp" presStyleIdx="0" presStyleCnt="7"/>
      <dgm:spPr/>
    </dgm:pt>
    <dgm:pt modelId="{38E4C16E-3916-495D-A02D-23F095AE62A5}" type="pres">
      <dgm:prSet presAssocID="{94C9EBA0-D5CC-4DC4-BCB4-C7F1402182C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D041CF-FF37-4F66-AA99-0BFC6E1C62B5}" type="pres">
      <dgm:prSet presAssocID="{94C9EBA0-D5CC-4DC4-BCB4-C7F1402182C4}" presName="spaceRect" presStyleCnt="0"/>
      <dgm:spPr/>
    </dgm:pt>
    <dgm:pt modelId="{289A3581-4FBA-4801-9268-D196C256A24E}" type="pres">
      <dgm:prSet presAssocID="{94C9EBA0-D5CC-4DC4-BCB4-C7F1402182C4}" presName="parTx" presStyleLbl="revTx" presStyleIdx="0" presStyleCnt="7">
        <dgm:presLayoutVars>
          <dgm:chMax val="0"/>
          <dgm:chPref val="0"/>
        </dgm:presLayoutVars>
      </dgm:prSet>
      <dgm:spPr/>
    </dgm:pt>
    <dgm:pt modelId="{5F32A62E-6D14-4FDF-9366-34EE04EC004C}" type="pres">
      <dgm:prSet presAssocID="{C59718C8-76C2-41E2-A086-30C5972E65A9}" presName="sibTrans" presStyleCnt="0"/>
      <dgm:spPr/>
    </dgm:pt>
    <dgm:pt modelId="{D6B35042-DB6D-4DFB-BE7B-D37EEC4E45C2}" type="pres">
      <dgm:prSet presAssocID="{5CE8A10F-9512-46D4-9750-C044D4375DB0}" presName="compNode" presStyleCnt="0"/>
      <dgm:spPr/>
    </dgm:pt>
    <dgm:pt modelId="{67E951B3-AC6A-4832-9F26-E532FA1B1D64}" type="pres">
      <dgm:prSet presAssocID="{5CE8A10F-9512-46D4-9750-C044D4375DB0}" presName="bgRect" presStyleLbl="bgShp" presStyleIdx="1" presStyleCnt="7"/>
      <dgm:spPr/>
    </dgm:pt>
    <dgm:pt modelId="{63FA5540-916A-48F3-83BD-658C5FF86326}" type="pres">
      <dgm:prSet presAssocID="{5CE8A10F-9512-46D4-9750-C044D4375DB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BE3F1FD9-2A87-4FFA-A842-ACEB09DE82B8}" type="pres">
      <dgm:prSet presAssocID="{5CE8A10F-9512-46D4-9750-C044D4375DB0}" presName="spaceRect" presStyleCnt="0"/>
      <dgm:spPr/>
    </dgm:pt>
    <dgm:pt modelId="{11CE4CFC-B054-49F6-A3AC-9AC83F724CC0}" type="pres">
      <dgm:prSet presAssocID="{5CE8A10F-9512-46D4-9750-C044D4375DB0}" presName="parTx" presStyleLbl="revTx" presStyleIdx="1" presStyleCnt="7">
        <dgm:presLayoutVars>
          <dgm:chMax val="0"/>
          <dgm:chPref val="0"/>
        </dgm:presLayoutVars>
      </dgm:prSet>
      <dgm:spPr/>
    </dgm:pt>
    <dgm:pt modelId="{E4FC4654-B16D-4CCD-B9E1-D4D399357838}" type="pres">
      <dgm:prSet presAssocID="{3C196EC3-DEB2-4C0E-8BFA-D36735B05763}" presName="sibTrans" presStyleCnt="0"/>
      <dgm:spPr/>
    </dgm:pt>
    <dgm:pt modelId="{0074188A-D9A2-491A-8901-7931B27F868D}" type="pres">
      <dgm:prSet presAssocID="{EF9499C8-B957-42E9-9F77-4AE95FF865E3}" presName="compNode" presStyleCnt="0"/>
      <dgm:spPr/>
    </dgm:pt>
    <dgm:pt modelId="{5C06B1C2-1758-4F09-B0B4-6C9FF6DF5B38}" type="pres">
      <dgm:prSet presAssocID="{EF9499C8-B957-42E9-9F77-4AE95FF865E3}" presName="bgRect" presStyleLbl="bgShp" presStyleIdx="2" presStyleCnt="7"/>
      <dgm:spPr/>
    </dgm:pt>
    <dgm:pt modelId="{7FD34BEE-F043-4449-BA87-C316CAD9F969}" type="pres">
      <dgm:prSet presAssocID="{EF9499C8-B957-42E9-9F77-4AE95FF865E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moking"/>
        </a:ext>
      </dgm:extLst>
    </dgm:pt>
    <dgm:pt modelId="{FC00D783-0AD3-4BE6-BB1B-BCC474EB6DB3}" type="pres">
      <dgm:prSet presAssocID="{EF9499C8-B957-42E9-9F77-4AE95FF865E3}" presName="spaceRect" presStyleCnt="0"/>
      <dgm:spPr/>
    </dgm:pt>
    <dgm:pt modelId="{5735F814-4CAD-4CEA-8C94-21293DA8D676}" type="pres">
      <dgm:prSet presAssocID="{EF9499C8-B957-42E9-9F77-4AE95FF865E3}" presName="parTx" presStyleLbl="revTx" presStyleIdx="2" presStyleCnt="7">
        <dgm:presLayoutVars>
          <dgm:chMax val="0"/>
          <dgm:chPref val="0"/>
        </dgm:presLayoutVars>
      </dgm:prSet>
      <dgm:spPr/>
    </dgm:pt>
    <dgm:pt modelId="{5A590579-E3BC-415C-B076-E6F0643C7020}" type="pres">
      <dgm:prSet presAssocID="{71C342CC-19CC-4E8F-824D-E2A6A0F08878}" presName="sibTrans" presStyleCnt="0"/>
      <dgm:spPr/>
    </dgm:pt>
    <dgm:pt modelId="{0F9A5BD6-55BD-4663-9858-83D83EA3971E}" type="pres">
      <dgm:prSet presAssocID="{69B5CB65-D984-4CE1-97FB-4294DF57084D}" presName="compNode" presStyleCnt="0"/>
      <dgm:spPr/>
    </dgm:pt>
    <dgm:pt modelId="{990A4EC3-088F-422A-84D5-CB709141FA0D}" type="pres">
      <dgm:prSet presAssocID="{69B5CB65-D984-4CE1-97FB-4294DF57084D}" presName="bgRect" presStyleLbl="bgShp" presStyleIdx="3" presStyleCnt="7"/>
      <dgm:spPr/>
    </dgm:pt>
    <dgm:pt modelId="{E1343AE2-FD9A-4E36-B1BE-C5B7BB41BDA3}" type="pres">
      <dgm:prSet presAssocID="{69B5CB65-D984-4CE1-97FB-4294DF57084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9E489F3-954C-4BC6-B172-8E9A814945F9}" type="pres">
      <dgm:prSet presAssocID="{69B5CB65-D984-4CE1-97FB-4294DF57084D}" presName="spaceRect" presStyleCnt="0"/>
      <dgm:spPr/>
    </dgm:pt>
    <dgm:pt modelId="{F81D1C8B-FF0C-4013-8A18-695F0CB8107D}" type="pres">
      <dgm:prSet presAssocID="{69B5CB65-D984-4CE1-97FB-4294DF57084D}" presName="parTx" presStyleLbl="revTx" presStyleIdx="3" presStyleCnt="7">
        <dgm:presLayoutVars>
          <dgm:chMax val="0"/>
          <dgm:chPref val="0"/>
        </dgm:presLayoutVars>
      </dgm:prSet>
      <dgm:spPr/>
    </dgm:pt>
    <dgm:pt modelId="{7DA9274C-2EE1-4C61-A7F5-05BE2007446F}" type="pres">
      <dgm:prSet presAssocID="{5CEC171F-6276-4CE7-9457-E042426D66D0}" presName="sibTrans" presStyleCnt="0"/>
      <dgm:spPr/>
    </dgm:pt>
    <dgm:pt modelId="{526C3C25-69C6-4D2C-883F-A5DCFA0DC3E2}" type="pres">
      <dgm:prSet presAssocID="{4B4C978A-54E4-4503-AA0F-71E904F90CAF}" presName="compNode" presStyleCnt="0"/>
      <dgm:spPr/>
    </dgm:pt>
    <dgm:pt modelId="{38F4AF7B-F4D5-45D1-9677-25AB9697189D}" type="pres">
      <dgm:prSet presAssocID="{4B4C978A-54E4-4503-AA0F-71E904F90CAF}" presName="bgRect" presStyleLbl="bgShp" presStyleIdx="4" presStyleCnt="7"/>
      <dgm:spPr/>
    </dgm:pt>
    <dgm:pt modelId="{20679A90-E68E-49D5-B7C2-4DD7D42BF567}" type="pres">
      <dgm:prSet presAssocID="{4B4C978A-54E4-4503-AA0F-71E904F90CA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67D0F73-DD30-4769-A1A3-1C0FA1CF8D59}" type="pres">
      <dgm:prSet presAssocID="{4B4C978A-54E4-4503-AA0F-71E904F90CAF}" presName="spaceRect" presStyleCnt="0"/>
      <dgm:spPr/>
    </dgm:pt>
    <dgm:pt modelId="{F4EBEA88-0C18-4E6E-AA19-8F03A200C9D6}" type="pres">
      <dgm:prSet presAssocID="{4B4C978A-54E4-4503-AA0F-71E904F90CAF}" presName="parTx" presStyleLbl="revTx" presStyleIdx="4" presStyleCnt="7">
        <dgm:presLayoutVars>
          <dgm:chMax val="0"/>
          <dgm:chPref val="0"/>
        </dgm:presLayoutVars>
      </dgm:prSet>
      <dgm:spPr/>
    </dgm:pt>
    <dgm:pt modelId="{072B521F-DE59-4E25-94F6-9B36DF6E9E0F}" type="pres">
      <dgm:prSet presAssocID="{515D260B-942C-441E-872C-A30624A459B2}" presName="sibTrans" presStyleCnt="0"/>
      <dgm:spPr/>
    </dgm:pt>
    <dgm:pt modelId="{B1CC5F95-CC50-47C9-AC14-25D8E37C7009}" type="pres">
      <dgm:prSet presAssocID="{0FC24663-0756-415B-9886-538C1826629B}" presName="compNode" presStyleCnt="0"/>
      <dgm:spPr/>
    </dgm:pt>
    <dgm:pt modelId="{860CBE08-7053-40F5-BBA9-0A18510D5FF4}" type="pres">
      <dgm:prSet presAssocID="{0FC24663-0756-415B-9886-538C1826629B}" presName="bgRect" presStyleLbl="bgShp" presStyleIdx="5" presStyleCnt="7"/>
      <dgm:spPr/>
    </dgm:pt>
    <dgm:pt modelId="{3308BE29-0413-4116-898F-9E3F99BCC005}" type="pres">
      <dgm:prSet presAssocID="{0FC24663-0756-415B-9886-538C1826629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231AFDE-72F2-44C8-8598-4D657328A0BC}" type="pres">
      <dgm:prSet presAssocID="{0FC24663-0756-415B-9886-538C1826629B}" presName="spaceRect" presStyleCnt="0"/>
      <dgm:spPr/>
    </dgm:pt>
    <dgm:pt modelId="{1E4D50E4-41CD-48DE-8542-5A47C82F5773}" type="pres">
      <dgm:prSet presAssocID="{0FC24663-0756-415B-9886-538C1826629B}" presName="parTx" presStyleLbl="revTx" presStyleIdx="5" presStyleCnt="7">
        <dgm:presLayoutVars>
          <dgm:chMax val="0"/>
          <dgm:chPref val="0"/>
        </dgm:presLayoutVars>
      </dgm:prSet>
      <dgm:spPr/>
    </dgm:pt>
    <dgm:pt modelId="{840FFADE-1B68-40C0-9D09-FC54E33A00A4}" type="pres">
      <dgm:prSet presAssocID="{74E7A0B3-6AF2-4C68-A68E-46116EDCA70F}" presName="sibTrans" presStyleCnt="0"/>
      <dgm:spPr/>
    </dgm:pt>
    <dgm:pt modelId="{34A94B18-F44D-49BF-BD83-6936DBD17C75}" type="pres">
      <dgm:prSet presAssocID="{E7B200EE-3E4A-43F3-B802-AB9F9177E61B}" presName="compNode" presStyleCnt="0"/>
      <dgm:spPr/>
    </dgm:pt>
    <dgm:pt modelId="{6E646B3E-54FB-4A80-8A81-F2D653E207A8}" type="pres">
      <dgm:prSet presAssocID="{E7B200EE-3E4A-43F3-B802-AB9F9177E61B}" presName="bgRect" presStyleLbl="bgShp" presStyleIdx="6" presStyleCnt="7"/>
      <dgm:spPr/>
    </dgm:pt>
    <dgm:pt modelId="{FA0BF3F1-C31A-44DA-839D-07916E57884A}" type="pres">
      <dgm:prSet presAssocID="{E7B200EE-3E4A-43F3-B802-AB9F9177E61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0996A2EA-CF30-40D6-97F1-C6ED2EB899E4}" type="pres">
      <dgm:prSet presAssocID="{E7B200EE-3E4A-43F3-B802-AB9F9177E61B}" presName="spaceRect" presStyleCnt="0"/>
      <dgm:spPr/>
    </dgm:pt>
    <dgm:pt modelId="{9F7CBBE0-629A-4E33-9EDA-3E1F16055516}" type="pres">
      <dgm:prSet presAssocID="{E7B200EE-3E4A-43F3-B802-AB9F9177E61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20F53021-F2B5-4E76-9214-082DF381C346}" type="presOf" srcId="{5CE8A10F-9512-46D4-9750-C044D4375DB0}" destId="{11CE4CFC-B054-49F6-A3AC-9AC83F724CC0}" srcOrd="0" destOrd="0" presId="urn:microsoft.com/office/officeart/2018/2/layout/IconVerticalSolidList"/>
    <dgm:cxn modelId="{ED3E4633-C011-4033-98F4-68F232CF6A5F}" srcId="{A4279F67-22C1-49B0-8AEB-E71062203359}" destId="{5CE8A10F-9512-46D4-9750-C044D4375DB0}" srcOrd="1" destOrd="0" parTransId="{1CC4BB39-F3C4-41B1-AFF6-77A05D0FECE2}" sibTransId="{3C196EC3-DEB2-4C0E-8BFA-D36735B05763}"/>
    <dgm:cxn modelId="{BD81AD61-5AF8-4DD5-BE13-4CE9DAE9242E}" srcId="{A4279F67-22C1-49B0-8AEB-E71062203359}" destId="{E7B200EE-3E4A-43F3-B802-AB9F9177E61B}" srcOrd="6" destOrd="0" parTransId="{B22FBE10-39BD-4CAF-B429-41CDB8105373}" sibTransId="{447B6E22-31C3-49F5-B46C-263789EDF59C}"/>
    <dgm:cxn modelId="{C5E9124B-9510-4FF8-9439-A883DCDC2380}" type="presOf" srcId="{E7B200EE-3E4A-43F3-B802-AB9F9177E61B}" destId="{9F7CBBE0-629A-4E33-9EDA-3E1F16055516}" srcOrd="0" destOrd="0" presId="urn:microsoft.com/office/officeart/2018/2/layout/IconVerticalSolidList"/>
    <dgm:cxn modelId="{7533A66B-419A-4968-BA79-E5435A262E0A}" type="presOf" srcId="{4B4C978A-54E4-4503-AA0F-71E904F90CAF}" destId="{F4EBEA88-0C18-4E6E-AA19-8F03A200C9D6}" srcOrd="0" destOrd="0" presId="urn:microsoft.com/office/officeart/2018/2/layout/IconVerticalSolidList"/>
    <dgm:cxn modelId="{6A536573-9943-4055-8E1F-48C4CBA58140}" type="presOf" srcId="{EF9499C8-B957-42E9-9F77-4AE95FF865E3}" destId="{5735F814-4CAD-4CEA-8C94-21293DA8D676}" srcOrd="0" destOrd="0" presId="urn:microsoft.com/office/officeart/2018/2/layout/IconVerticalSolidList"/>
    <dgm:cxn modelId="{4BFC3554-1737-46CB-BFD5-50F6D3B7B9E1}" srcId="{A4279F67-22C1-49B0-8AEB-E71062203359}" destId="{4B4C978A-54E4-4503-AA0F-71E904F90CAF}" srcOrd="4" destOrd="0" parTransId="{072E01E3-8475-4E9B-B61F-6FDBF515B9D8}" sibTransId="{515D260B-942C-441E-872C-A30624A459B2}"/>
    <dgm:cxn modelId="{C075085A-41FE-4678-BC65-DC4AE6E392CB}" srcId="{A4279F67-22C1-49B0-8AEB-E71062203359}" destId="{69B5CB65-D984-4CE1-97FB-4294DF57084D}" srcOrd="3" destOrd="0" parTransId="{3B510EC3-DF27-4869-ABB8-AE996C2A8DDB}" sibTransId="{5CEC171F-6276-4CE7-9457-E042426D66D0}"/>
    <dgm:cxn modelId="{1D1C638D-8A5E-416A-AC11-DD59DE389CB0}" type="presOf" srcId="{0FC24663-0756-415B-9886-538C1826629B}" destId="{1E4D50E4-41CD-48DE-8542-5A47C82F5773}" srcOrd="0" destOrd="0" presId="urn:microsoft.com/office/officeart/2018/2/layout/IconVerticalSolidList"/>
    <dgm:cxn modelId="{F86BE0A0-CA47-44FC-966E-F21EBDDDD15F}" srcId="{A4279F67-22C1-49B0-8AEB-E71062203359}" destId="{EF9499C8-B957-42E9-9F77-4AE95FF865E3}" srcOrd="2" destOrd="0" parTransId="{DE5DA832-591C-448F-AF22-B133E3A56ECC}" sibTransId="{71C342CC-19CC-4E8F-824D-E2A6A0F08878}"/>
    <dgm:cxn modelId="{27963ABF-D5E8-4FBD-9DAD-F2F41D7E0004}" srcId="{A4279F67-22C1-49B0-8AEB-E71062203359}" destId="{94C9EBA0-D5CC-4DC4-BCB4-C7F1402182C4}" srcOrd="0" destOrd="0" parTransId="{6C83E621-9504-4956-8E5D-06D50FBD576A}" sibTransId="{C59718C8-76C2-41E2-A086-30C5972E65A9}"/>
    <dgm:cxn modelId="{E03EEFC5-B8A9-4105-8BC2-47CA17D2B98A}" type="presOf" srcId="{A4279F67-22C1-49B0-8AEB-E71062203359}" destId="{489529E5-A127-4E02-BDEC-C2B984440D28}" srcOrd="0" destOrd="0" presId="urn:microsoft.com/office/officeart/2018/2/layout/IconVerticalSolidList"/>
    <dgm:cxn modelId="{10E12CD7-7348-470C-8696-DB8463A73A9B}" type="presOf" srcId="{94C9EBA0-D5CC-4DC4-BCB4-C7F1402182C4}" destId="{289A3581-4FBA-4801-9268-D196C256A24E}" srcOrd="0" destOrd="0" presId="urn:microsoft.com/office/officeart/2018/2/layout/IconVerticalSolidList"/>
    <dgm:cxn modelId="{FED983D8-240E-40D0-B0C3-000965209E19}" type="presOf" srcId="{69B5CB65-D984-4CE1-97FB-4294DF57084D}" destId="{F81D1C8B-FF0C-4013-8A18-695F0CB8107D}" srcOrd="0" destOrd="0" presId="urn:microsoft.com/office/officeart/2018/2/layout/IconVerticalSolidList"/>
    <dgm:cxn modelId="{68B3F2E1-1D9A-4F04-8971-CDEAF2652C00}" srcId="{A4279F67-22C1-49B0-8AEB-E71062203359}" destId="{0FC24663-0756-415B-9886-538C1826629B}" srcOrd="5" destOrd="0" parTransId="{0C6721BF-9821-42CF-973C-7A2CA681190F}" sibTransId="{74E7A0B3-6AF2-4C68-A68E-46116EDCA70F}"/>
    <dgm:cxn modelId="{B8E9F00C-9794-47B1-80F1-1CF6470A297F}" type="presParOf" srcId="{489529E5-A127-4E02-BDEC-C2B984440D28}" destId="{2FFB849F-B6B7-4431-A7F6-8A5A1F51ED22}" srcOrd="0" destOrd="0" presId="urn:microsoft.com/office/officeart/2018/2/layout/IconVerticalSolidList"/>
    <dgm:cxn modelId="{4215F1A7-CFE8-4A68-99D6-D476C0752848}" type="presParOf" srcId="{2FFB849F-B6B7-4431-A7F6-8A5A1F51ED22}" destId="{3725D6A6-F3EC-4FED-BE0D-1CE1A36FCBE7}" srcOrd="0" destOrd="0" presId="urn:microsoft.com/office/officeart/2018/2/layout/IconVerticalSolidList"/>
    <dgm:cxn modelId="{72775E3C-88A7-4BCC-9EEC-B687AF0E6A40}" type="presParOf" srcId="{2FFB849F-B6B7-4431-A7F6-8A5A1F51ED22}" destId="{38E4C16E-3916-495D-A02D-23F095AE62A5}" srcOrd="1" destOrd="0" presId="urn:microsoft.com/office/officeart/2018/2/layout/IconVerticalSolidList"/>
    <dgm:cxn modelId="{B2095B90-60E4-455B-8180-E50E1C30B4BE}" type="presParOf" srcId="{2FFB849F-B6B7-4431-A7F6-8A5A1F51ED22}" destId="{05D041CF-FF37-4F66-AA99-0BFC6E1C62B5}" srcOrd="2" destOrd="0" presId="urn:microsoft.com/office/officeart/2018/2/layout/IconVerticalSolidList"/>
    <dgm:cxn modelId="{1DE4CA4F-9D3D-4613-ADF5-41856D1904E5}" type="presParOf" srcId="{2FFB849F-B6B7-4431-A7F6-8A5A1F51ED22}" destId="{289A3581-4FBA-4801-9268-D196C256A24E}" srcOrd="3" destOrd="0" presId="urn:microsoft.com/office/officeart/2018/2/layout/IconVerticalSolidList"/>
    <dgm:cxn modelId="{4D3DDF5E-780A-418B-8DFB-6C156A2E493A}" type="presParOf" srcId="{489529E5-A127-4E02-BDEC-C2B984440D28}" destId="{5F32A62E-6D14-4FDF-9366-34EE04EC004C}" srcOrd="1" destOrd="0" presId="urn:microsoft.com/office/officeart/2018/2/layout/IconVerticalSolidList"/>
    <dgm:cxn modelId="{066D4874-6C37-43C2-AA29-14F520347F02}" type="presParOf" srcId="{489529E5-A127-4E02-BDEC-C2B984440D28}" destId="{D6B35042-DB6D-4DFB-BE7B-D37EEC4E45C2}" srcOrd="2" destOrd="0" presId="urn:microsoft.com/office/officeart/2018/2/layout/IconVerticalSolidList"/>
    <dgm:cxn modelId="{0F63B35B-4C88-4413-8FCA-2B61A7DBFF68}" type="presParOf" srcId="{D6B35042-DB6D-4DFB-BE7B-D37EEC4E45C2}" destId="{67E951B3-AC6A-4832-9F26-E532FA1B1D64}" srcOrd="0" destOrd="0" presId="urn:microsoft.com/office/officeart/2018/2/layout/IconVerticalSolidList"/>
    <dgm:cxn modelId="{551E7733-92EB-4015-94BC-90BF7B59AEF6}" type="presParOf" srcId="{D6B35042-DB6D-4DFB-BE7B-D37EEC4E45C2}" destId="{63FA5540-916A-48F3-83BD-658C5FF86326}" srcOrd="1" destOrd="0" presId="urn:microsoft.com/office/officeart/2018/2/layout/IconVerticalSolidList"/>
    <dgm:cxn modelId="{362940A1-4FE2-4FB3-AEDA-FECCE4B94528}" type="presParOf" srcId="{D6B35042-DB6D-4DFB-BE7B-D37EEC4E45C2}" destId="{BE3F1FD9-2A87-4FFA-A842-ACEB09DE82B8}" srcOrd="2" destOrd="0" presId="urn:microsoft.com/office/officeart/2018/2/layout/IconVerticalSolidList"/>
    <dgm:cxn modelId="{A00BBBD9-6298-408F-8F2A-843723D23858}" type="presParOf" srcId="{D6B35042-DB6D-4DFB-BE7B-D37EEC4E45C2}" destId="{11CE4CFC-B054-49F6-A3AC-9AC83F724CC0}" srcOrd="3" destOrd="0" presId="urn:microsoft.com/office/officeart/2018/2/layout/IconVerticalSolidList"/>
    <dgm:cxn modelId="{85BCCD82-29C8-46E7-A232-1E2606B24318}" type="presParOf" srcId="{489529E5-A127-4E02-BDEC-C2B984440D28}" destId="{E4FC4654-B16D-4CCD-B9E1-D4D399357838}" srcOrd="3" destOrd="0" presId="urn:microsoft.com/office/officeart/2018/2/layout/IconVerticalSolidList"/>
    <dgm:cxn modelId="{8CBC86CD-75B0-4C56-8A64-510C28F021FF}" type="presParOf" srcId="{489529E5-A127-4E02-BDEC-C2B984440D28}" destId="{0074188A-D9A2-491A-8901-7931B27F868D}" srcOrd="4" destOrd="0" presId="urn:microsoft.com/office/officeart/2018/2/layout/IconVerticalSolidList"/>
    <dgm:cxn modelId="{F6A0D92F-E123-4A34-8282-D66B5E545184}" type="presParOf" srcId="{0074188A-D9A2-491A-8901-7931B27F868D}" destId="{5C06B1C2-1758-4F09-B0B4-6C9FF6DF5B38}" srcOrd="0" destOrd="0" presId="urn:microsoft.com/office/officeart/2018/2/layout/IconVerticalSolidList"/>
    <dgm:cxn modelId="{A8FCAA92-D713-4F6F-9896-F344D0CAECE2}" type="presParOf" srcId="{0074188A-D9A2-491A-8901-7931B27F868D}" destId="{7FD34BEE-F043-4449-BA87-C316CAD9F969}" srcOrd="1" destOrd="0" presId="urn:microsoft.com/office/officeart/2018/2/layout/IconVerticalSolidList"/>
    <dgm:cxn modelId="{FE4160F1-B498-458E-B086-9593FEAD6A0C}" type="presParOf" srcId="{0074188A-D9A2-491A-8901-7931B27F868D}" destId="{FC00D783-0AD3-4BE6-BB1B-BCC474EB6DB3}" srcOrd="2" destOrd="0" presId="urn:microsoft.com/office/officeart/2018/2/layout/IconVerticalSolidList"/>
    <dgm:cxn modelId="{B4E09271-3BCF-4E01-83A5-26FA68B58F6A}" type="presParOf" srcId="{0074188A-D9A2-491A-8901-7931B27F868D}" destId="{5735F814-4CAD-4CEA-8C94-21293DA8D676}" srcOrd="3" destOrd="0" presId="urn:microsoft.com/office/officeart/2018/2/layout/IconVerticalSolidList"/>
    <dgm:cxn modelId="{91A99696-C8CD-498A-86FE-AD8DD75727D2}" type="presParOf" srcId="{489529E5-A127-4E02-BDEC-C2B984440D28}" destId="{5A590579-E3BC-415C-B076-E6F0643C7020}" srcOrd="5" destOrd="0" presId="urn:microsoft.com/office/officeart/2018/2/layout/IconVerticalSolidList"/>
    <dgm:cxn modelId="{EF4F83A2-F797-459D-9B71-B78901C55D5B}" type="presParOf" srcId="{489529E5-A127-4E02-BDEC-C2B984440D28}" destId="{0F9A5BD6-55BD-4663-9858-83D83EA3971E}" srcOrd="6" destOrd="0" presId="urn:microsoft.com/office/officeart/2018/2/layout/IconVerticalSolidList"/>
    <dgm:cxn modelId="{6784E358-D38D-41CE-9F88-1A4E57D40420}" type="presParOf" srcId="{0F9A5BD6-55BD-4663-9858-83D83EA3971E}" destId="{990A4EC3-088F-422A-84D5-CB709141FA0D}" srcOrd="0" destOrd="0" presId="urn:microsoft.com/office/officeart/2018/2/layout/IconVerticalSolidList"/>
    <dgm:cxn modelId="{C591169C-EB67-4B88-BD39-9AAAE7DF4303}" type="presParOf" srcId="{0F9A5BD6-55BD-4663-9858-83D83EA3971E}" destId="{E1343AE2-FD9A-4E36-B1BE-C5B7BB41BDA3}" srcOrd="1" destOrd="0" presId="urn:microsoft.com/office/officeart/2018/2/layout/IconVerticalSolidList"/>
    <dgm:cxn modelId="{C9CABAA1-4379-408B-8432-27BF904FA81E}" type="presParOf" srcId="{0F9A5BD6-55BD-4663-9858-83D83EA3971E}" destId="{19E489F3-954C-4BC6-B172-8E9A814945F9}" srcOrd="2" destOrd="0" presId="urn:microsoft.com/office/officeart/2018/2/layout/IconVerticalSolidList"/>
    <dgm:cxn modelId="{B08BAB72-50A0-4685-8264-C8567DE2F5ED}" type="presParOf" srcId="{0F9A5BD6-55BD-4663-9858-83D83EA3971E}" destId="{F81D1C8B-FF0C-4013-8A18-695F0CB8107D}" srcOrd="3" destOrd="0" presId="urn:microsoft.com/office/officeart/2018/2/layout/IconVerticalSolidList"/>
    <dgm:cxn modelId="{7197D55E-9352-497C-84B1-6DE9D844B4EE}" type="presParOf" srcId="{489529E5-A127-4E02-BDEC-C2B984440D28}" destId="{7DA9274C-2EE1-4C61-A7F5-05BE2007446F}" srcOrd="7" destOrd="0" presId="urn:microsoft.com/office/officeart/2018/2/layout/IconVerticalSolidList"/>
    <dgm:cxn modelId="{3DE94968-D19F-4C76-87A0-1834BBD88CAA}" type="presParOf" srcId="{489529E5-A127-4E02-BDEC-C2B984440D28}" destId="{526C3C25-69C6-4D2C-883F-A5DCFA0DC3E2}" srcOrd="8" destOrd="0" presId="urn:microsoft.com/office/officeart/2018/2/layout/IconVerticalSolidList"/>
    <dgm:cxn modelId="{C4645030-CF2D-498F-AC8D-46D5836EACD4}" type="presParOf" srcId="{526C3C25-69C6-4D2C-883F-A5DCFA0DC3E2}" destId="{38F4AF7B-F4D5-45D1-9677-25AB9697189D}" srcOrd="0" destOrd="0" presId="urn:microsoft.com/office/officeart/2018/2/layout/IconVerticalSolidList"/>
    <dgm:cxn modelId="{BA111B78-BC88-4716-9DBC-450A2553E246}" type="presParOf" srcId="{526C3C25-69C6-4D2C-883F-A5DCFA0DC3E2}" destId="{20679A90-E68E-49D5-B7C2-4DD7D42BF567}" srcOrd="1" destOrd="0" presId="urn:microsoft.com/office/officeart/2018/2/layout/IconVerticalSolidList"/>
    <dgm:cxn modelId="{E6258ACC-7795-4A16-B208-E4AABCD41E8C}" type="presParOf" srcId="{526C3C25-69C6-4D2C-883F-A5DCFA0DC3E2}" destId="{767D0F73-DD30-4769-A1A3-1C0FA1CF8D59}" srcOrd="2" destOrd="0" presId="urn:microsoft.com/office/officeart/2018/2/layout/IconVerticalSolidList"/>
    <dgm:cxn modelId="{7F987CDF-FC84-422D-83A1-AD1E6A6F38E8}" type="presParOf" srcId="{526C3C25-69C6-4D2C-883F-A5DCFA0DC3E2}" destId="{F4EBEA88-0C18-4E6E-AA19-8F03A200C9D6}" srcOrd="3" destOrd="0" presId="urn:microsoft.com/office/officeart/2018/2/layout/IconVerticalSolidList"/>
    <dgm:cxn modelId="{562CEC50-768F-481C-94EE-A31B6B0A7FD6}" type="presParOf" srcId="{489529E5-A127-4E02-BDEC-C2B984440D28}" destId="{072B521F-DE59-4E25-94F6-9B36DF6E9E0F}" srcOrd="9" destOrd="0" presId="urn:microsoft.com/office/officeart/2018/2/layout/IconVerticalSolidList"/>
    <dgm:cxn modelId="{1060AC52-A6C9-4F3C-B6FE-465800F47CAF}" type="presParOf" srcId="{489529E5-A127-4E02-BDEC-C2B984440D28}" destId="{B1CC5F95-CC50-47C9-AC14-25D8E37C7009}" srcOrd="10" destOrd="0" presId="urn:microsoft.com/office/officeart/2018/2/layout/IconVerticalSolidList"/>
    <dgm:cxn modelId="{8BA8B7F3-6161-4861-B71E-0FEEDAB3B69C}" type="presParOf" srcId="{B1CC5F95-CC50-47C9-AC14-25D8E37C7009}" destId="{860CBE08-7053-40F5-BBA9-0A18510D5FF4}" srcOrd="0" destOrd="0" presId="urn:microsoft.com/office/officeart/2018/2/layout/IconVerticalSolidList"/>
    <dgm:cxn modelId="{90D45EF4-CFBA-4E08-8217-153E1350B580}" type="presParOf" srcId="{B1CC5F95-CC50-47C9-AC14-25D8E37C7009}" destId="{3308BE29-0413-4116-898F-9E3F99BCC005}" srcOrd="1" destOrd="0" presId="urn:microsoft.com/office/officeart/2018/2/layout/IconVerticalSolidList"/>
    <dgm:cxn modelId="{D66F4D17-9B88-43C8-8887-A173229C3D92}" type="presParOf" srcId="{B1CC5F95-CC50-47C9-AC14-25D8E37C7009}" destId="{F231AFDE-72F2-44C8-8598-4D657328A0BC}" srcOrd="2" destOrd="0" presId="urn:microsoft.com/office/officeart/2018/2/layout/IconVerticalSolidList"/>
    <dgm:cxn modelId="{0CC581F0-CBA3-4D53-B1DE-88A51DE49365}" type="presParOf" srcId="{B1CC5F95-CC50-47C9-AC14-25D8E37C7009}" destId="{1E4D50E4-41CD-48DE-8542-5A47C82F5773}" srcOrd="3" destOrd="0" presId="urn:microsoft.com/office/officeart/2018/2/layout/IconVerticalSolidList"/>
    <dgm:cxn modelId="{0CD0CB5D-EE63-4FAF-8F58-EC0E9520C289}" type="presParOf" srcId="{489529E5-A127-4E02-BDEC-C2B984440D28}" destId="{840FFADE-1B68-40C0-9D09-FC54E33A00A4}" srcOrd="11" destOrd="0" presId="urn:microsoft.com/office/officeart/2018/2/layout/IconVerticalSolidList"/>
    <dgm:cxn modelId="{552827B0-4BEB-45ED-8D50-E633E38AC2EB}" type="presParOf" srcId="{489529E5-A127-4E02-BDEC-C2B984440D28}" destId="{34A94B18-F44D-49BF-BD83-6936DBD17C75}" srcOrd="12" destOrd="0" presId="urn:microsoft.com/office/officeart/2018/2/layout/IconVerticalSolidList"/>
    <dgm:cxn modelId="{D5B24F5F-3F16-49FE-BDBB-A6284A5ABBD9}" type="presParOf" srcId="{34A94B18-F44D-49BF-BD83-6936DBD17C75}" destId="{6E646B3E-54FB-4A80-8A81-F2D653E207A8}" srcOrd="0" destOrd="0" presId="urn:microsoft.com/office/officeart/2018/2/layout/IconVerticalSolidList"/>
    <dgm:cxn modelId="{69C0B90F-A373-46C5-A18B-3666496F624D}" type="presParOf" srcId="{34A94B18-F44D-49BF-BD83-6936DBD17C75}" destId="{FA0BF3F1-C31A-44DA-839D-07916E57884A}" srcOrd="1" destOrd="0" presId="urn:microsoft.com/office/officeart/2018/2/layout/IconVerticalSolidList"/>
    <dgm:cxn modelId="{A7CD5EE4-0497-4878-B490-A7076299AC5C}" type="presParOf" srcId="{34A94B18-F44D-49BF-BD83-6936DBD17C75}" destId="{0996A2EA-CF30-40D6-97F1-C6ED2EB899E4}" srcOrd="2" destOrd="0" presId="urn:microsoft.com/office/officeart/2018/2/layout/IconVerticalSolidList"/>
    <dgm:cxn modelId="{1A2A56C8-B715-4906-9C84-99F9839647F4}" type="presParOf" srcId="{34A94B18-F44D-49BF-BD83-6936DBD17C75}" destId="{9F7CBBE0-629A-4E33-9EDA-3E1F160555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E9FAD3-05D0-451F-B953-5003F83DD99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62C987B-CFF3-4117-9AEF-61EF6D97E981}">
      <dgm:prSet/>
      <dgm:spPr/>
      <dgm:t>
        <a:bodyPr/>
        <a:lstStyle/>
        <a:p>
          <a:r>
            <a:rPr lang="en-IN" b="1"/>
            <a:t>Performance Testing:</a:t>
          </a:r>
          <a:r>
            <a:rPr lang="en-IN"/>
            <a:t> It is the process that evaluates how well an application perform under specific conditions, focusing on its speed, stability under varying work-loads</a:t>
          </a:r>
          <a:endParaRPr lang="en-US"/>
        </a:p>
      </dgm:t>
    </dgm:pt>
    <dgm:pt modelId="{C322C9F3-E23D-4590-A0F7-41DE0454EDD4}" type="parTrans" cxnId="{A6FA0C7F-2AD2-4471-9340-F4DA4CFB2362}">
      <dgm:prSet/>
      <dgm:spPr/>
      <dgm:t>
        <a:bodyPr/>
        <a:lstStyle/>
        <a:p>
          <a:endParaRPr lang="en-US"/>
        </a:p>
      </dgm:t>
    </dgm:pt>
    <dgm:pt modelId="{35177AF3-BC33-4706-9BE7-98009F6C6EA9}" type="sibTrans" cxnId="{A6FA0C7F-2AD2-4471-9340-F4DA4CFB2362}">
      <dgm:prSet/>
      <dgm:spPr/>
      <dgm:t>
        <a:bodyPr/>
        <a:lstStyle/>
        <a:p>
          <a:endParaRPr lang="en-US"/>
        </a:p>
      </dgm:t>
    </dgm:pt>
    <dgm:pt modelId="{98602195-F81C-4670-A153-B8A89195006B}">
      <dgm:prSet/>
      <dgm:spPr/>
      <dgm:t>
        <a:bodyPr/>
        <a:lstStyle/>
        <a:p>
          <a:r>
            <a:rPr lang="en-IN" b="1"/>
            <a:t>Usability testing: </a:t>
          </a:r>
          <a:r>
            <a:rPr lang="en-IN"/>
            <a:t>It checks how easy and friendly the software is for real users.</a:t>
          </a:r>
          <a:endParaRPr lang="en-US"/>
        </a:p>
      </dgm:t>
    </dgm:pt>
    <dgm:pt modelId="{B0274545-63FA-49A5-8922-941607119C4E}" type="parTrans" cxnId="{830E9D4F-7D57-42C5-984D-133B2CA6CEAE}">
      <dgm:prSet/>
      <dgm:spPr/>
      <dgm:t>
        <a:bodyPr/>
        <a:lstStyle/>
        <a:p>
          <a:endParaRPr lang="en-US"/>
        </a:p>
      </dgm:t>
    </dgm:pt>
    <dgm:pt modelId="{EF91E607-2026-48BE-9F3A-0BF6CEB6F0B7}" type="sibTrans" cxnId="{830E9D4F-7D57-42C5-984D-133B2CA6CEAE}">
      <dgm:prSet/>
      <dgm:spPr/>
      <dgm:t>
        <a:bodyPr/>
        <a:lstStyle/>
        <a:p>
          <a:endParaRPr lang="en-US"/>
        </a:p>
      </dgm:t>
    </dgm:pt>
    <dgm:pt modelId="{3912632D-45D2-49D4-85EB-F47602A94E4D}">
      <dgm:prSet/>
      <dgm:spPr/>
      <dgm:t>
        <a:bodyPr/>
        <a:lstStyle/>
        <a:p>
          <a:r>
            <a:rPr lang="en-IN" b="1"/>
            <a:t>Re-Testing:</a:t>
          </a:r>
          <a:r>
            <a:rPr lang="en-IN"/>
            <a:t> It means testing a bug or issue again after it has been fixed.</a:t>
          </a:r>
          <a:endParaRPr lang="en-US"/>
        </a:p>
      </dgm:t>
    </dgm:pt>
    <dgm:pt modelId="{3129F51C-E8EE-4AF2-930E-1B345CE49CC7}" type="parTrans" cxnId="{6D2AA4CF-3D2A-40CA-A538-A775CCA1BC95}">
      <dgm:prSet/>
      <dgm:spPr/>
      <dgm:t>
        <a:bodyPr/>
        <a:lstStyle/>
        <a:p>
          <a:endParaRPr lang="en-US"/>
        </a:p>
      </dgm:t>
    </dgm:pt>
    <dgm:pt modelId="{F27D473A-9481-43F6-BBFA-1F914E386327}" type="sibTrans" cxnId="{6D2AA4CF-3D2A-40CA-A538-A775CCA1BC95}">
      <dgm:prSet/>
      <dgm:spPr/>
      <dgm:t>
        <a:bodyPr/>
        <a:lstStyle/>
        <a:p>
          <a:endParaRPr lang="en-US"/>
        </a:p>
      </dgm:t>
    </dgm:pt>
    <dgm:pt modelId="{B1B4C700-311E-45D2-A2E9-71D2001440FB}">
      <dgm:prSet/>
      <dgm:spPr/>
      <dgm:t>
        <a:bodyPr/>
        <a:lstStyle/>
        <a:p>
          <a:r>
            <a:rPr lang="en-IN" b="1"/>
            <a:t>Exploratory Testing:</a:t>
          </a:r>
          <a:r>
            <a:rPr lang="en-IN"/>
            <a:t> The testers use the software freely to find bugs without following pre-written test cases.</a:t>
          </a:r>
          <a:endParaRPr lang="en-US"/>
        </a:p>
      </dgm:t>
    </dgm:pt>
    <dgm:pt modelId="{3CD4DC4A-BFA9-4242-BF01-3851B30B909D}" type="parTrans" cxnId="{B963D538-6D43-4882-A34B-477952DC7634}">
      <dgm:prSet/>
      <dgm:spPr/>
      <dgm:t>
        <a:bodyPr/>
        <a:lstStyle/>
        <a:p>
          <a:endParaRPr lang="en-US"/>
        </a:p>
      </dgm:t>
    </dgm:pt>
    <dgm:pt modelId="{E7B312C0-637D-4B19-BB77-CE1251780EE6}" type="sibTrans" cxnId="{B963D538-6D43-4882-A34B-477952DC7634}">
      <dgm:prSet/>
      <dgm:spPr/>
      <dgm:t>
        <a:bodyPr/>
        <a:lstStyle/>
        <a:p>
          <a:endParaRPr lang="en-US"/>
        </a:p>
      </dgm:t>
    </dgm:pt>
    <dgm:pt modelId="{4D0D1565-54EF-47DC-91D6-A71E03F9600F}">
      <dgm:prSet/>
      <dgm:spPr/>
      <dgm:t>
        <a:bodyPr/>
        <a:lstStyle/>
        <a:p>
          <a:r>
            <a:rPr lang="en-IN" b="1"/>
            <a:t>Adhoc Testing:</a:t>
          </a:r>
          <a:r>
            <a:rPr lang="en-IN"/>
            <a:t> It is unplanned and informal testing, testers just try to break the software in any way they can.</a:t>
          </a:r>
          <a:endParaRPr lang="en-US"/>
        </a:p>
      </dgm:t>
    </dgm:pt>
    <dgm:pt modelId="{54F80C3E-922E-4345-8B89-3D1A0DD03F43}" type="parTrans" cxnId="{0E8658AD-123B-4024-B217-BEE051567FCD}">
      <dgm:prSet/>
      <dgm:spPr/>
      <dgm:t>
        <a:bodyPr/>
        <a:lstStyle/>
        <a:p>
          <a:endParaRPr lang="en-US"/>
        </a:p>
      </dgm:t>
    </dgm:pt>
    <dgm:pt modelId="{5FC9DD9A-E48A-48B6-9F6C-D53429687205}" type="sibTrans" cxnId="{0E8658AD-123B-4024-B217-BEE051567FCD}">
      <dgm:prSet/>
      <dgm:spPr/>
      <dgm:t>
        <a:bodyPr/>
        <a:lstStyle/>
        <a:p>
          <a:endParaRPr lang="en-US"/>
        </a:p>
      </dgm:t>
    </dgm:pt>
    <dgm:pt modelId="{4F6F5BD0-8A04-40D0-AFA6-1BC92499FD2B}">
      <dgm:prSet/>
      <dgm:spPr/>
      <dgm:t>
        <a:bodyPr/>
        <a:lstStyle/>
        <a:p>
          <a:r>
            <a:rPr lang="en-IN" b="1"/>
            <a:t>Monkey testing:</a:t>
          </a:r>
          <a:r>
            <a:rPr lang="en-IN"/>
            <a:t> It is using the software in completely random ways. Testers do anything without any plans, to see if it breaks.</a:t>
          </a:r>
          <a:endParaRPr lang="en-US"/>
        </a:p>
      </dgm:t>
    </dgm:pt>
    <dgm:pt modelId="{9DC2F91D-DE62-4E51-A7DD-BD88DF4C7893}" type="parTrans" cxnId="{F0AFD56D-00D4-4197-99EA-206282982405}">
      <dgm:prSet/>
      <dgm:spPr/>
      <dgm:t>
        <a:bodyPr/>
        <a:lstStyle/>
        <a:p>
          <a:endParaRPr lang="en-US"/>
        </a:p>
      </dgm:t>
    </dgm:pt>
    <dgm:pt modelId="{F9746511-4A02-4C60-8782-C86D76D60FD4}" type="sibTrans" cxnId="{F0AFD56D-00D4-4197-99EA-206282982405}">
      <dgm:prSet/>
      <dgm:spPr/>
      <dgm:t>
        <a:bodyPr/>
        <a:lstStyle/>
        <a:p>
          <a:endParaRPr lang="en-US"/>
        </a:p>
      </dgm:t>
    </dgm:pt>
    <dgm:pt modelId="{898AB192-CA41-494A-B678-9CD8B87D2091}">
      <dgm:prSet/>
      <dgm:spPr/>
      <dgm:t>
        <a:bodyPr/>
        <a:lstStyle/>
        <a:p>
          <a:r>
            <a:rPr lang="en-IN" b="1"/>
            <a:t>End-to-End testing:</a:t>
          </a:r>
          <a:r>
            <a:rPr lang="en-IN"/>
            <a:t> It is the testing the entire application from start to end, just like a real user would, to make sure all parts work together correctly.</a:t>
          </a:r>
          <a:endParaRPr lang="en-US"/>
        </a:p>
      </dgm:t>
    </dgm:pt>
    <dgm:pt modelId="{C030BA7A-6DDC-4560-B8B1-B5C04353F945}" type="parTrans" cxnId="{F6E22931-4EA2-42F4-A9D5-B079ED808A10}">
      <dgm:prSet/>
      <dgm:spPr/>
      <dgm:t>
        <a:bodyPr/>
        <a:lstStyle/>
        <a:p>
          <a:endParaRPr lang="en-US"/>
        </a:p>
      </dgm:t>
    </dgm:pt>
    <dgm:pt modelId="{D6C9652B-70C0-432C-A915-5B67EB3F10D5}" type="sibTrans" cxnId="{F6E22931-4EA2-42F4-A9D5-B079ED808A10}">
      <dgm:prSet/>
      <dgm:spPr/>
      <dgm:t>
        <a:bodyPr/>
        <a:lstStyle/>
        <a:p>
          <a:endParaRPr lang="en-US"/>
        </a:p>
      </dgm:t>
    </dgm:pt>
    <dgm:pt modelId="{4ADB8B72-C6DD-44DD-8AB9-7CD991A2F59D}" type="pres">
      <dgm:prSet presAssocID="{8AE9FAD3-05D0-451F-B953-5003F83DD995}" presName="linear" presStyleCnt="0">
        <dgm:presLayoutVars>
          <dgm:animLvl val="lvl"/>
          <dgm:resizeHandles val="exact"/>
        </dgm:presLayoutVars>
      </dgm:prSet>
      <dgm:spPr/>
    </dgm:pt>
    <dgm:pt modelId="{1360DC3B-3470-4DEF-AF2F-FBF1AB4514E0}" type="pres">
      <dgm:prSet presAssocID="{062C987B-CFF3-4117-9AEF-61EF6D97E98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0A91F7C-8D7E-49D1-BB6E-A434926ADC7D}" type="pres">
      <dgm:prSet presAssocID="{35177AF3-BC33-4706-9BE7-98009F6C6EA9}" presName="spacer" presStyleCnt="0"/>
      <dgm:spPr/>
    </dgm:pt>
    <dgm:pt modelId="{D1E730DA-652B-4322-8172-C9CDE193ECE2}" type="pres">
      <dgm:prSet presAssocID="{98602195-F81C-4670-A153-B8A89195006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654B1E0-3263-4E7B-BAEA-43AEA8B7B85B}" type="pres">
      <dgm:prSet presAssocID="{EF91E607-2026-48BE-9F3A-0BF6CEB6F0B7}" presName="spacer" presStyleCnt="0"/>
      <dgm:spPr/>
    </dgm:pt>
    <dgm:pt modelId="{CA8EC7BF-A4F1-49B2-AA9B-7AE9126FF92D}" type="pres">
      <dgm:prSet presAssocID="{3912632D-45D2-49D4-85EB-F47602A94E4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93FC421-A17B-44E0-B6C8-EFC03236CD92}" type="pres">
      <dgm:prSet presAssocID="{F27D473A-9481-43F6-BBFA-1F914E386327}" presName="spacer" presStyleCnt="0"/>
      <dgm:spPr/>
    </dgm:pt>
    <dgm:pt modelId="{DF208F5D-78BE-4A28-8A8C-BA53C231BF57}" type="pres">
      <dgm:prSet presAssocID="{B1B4C700-311E-45D2-A2E9-71D2001440F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8155F01-8680-457B-A8DA-4CD0B58FEF0D}" type="pres">
      <dgm:prSet presAssocID="{E7B312C0-637D-4B19-BB77-CE1251780EE6}" presName="spacer" presStyleCnt="0"/>
      <dgm:spPr/>
    </dgm:pt>
    <dgm:pt modelId="{DA7BA255-58EE-4623-9E51-92903AABF16E}" type="pres">
      <dgm:prSet presAssocID="{4D0D1565-54EF-47DC-91D6-A71E03F9600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17AC5A7-0663-4205-AB77-DFCB70AEC9A4}" type="pres">
      <dgm:prSet presAssocID="{5FC9DD9A-E48A-48B6-9F6C-D53429687205}" presName="spacer" presStyleCnt="0"/>
      <dgm:spPr/>
    </dgm:pt>
    <dgm:pt modelId="{D34DE4A7-9277-40E4-978D-51ED4AEB737A}" type="pres">
      <dgm:prSet presAssocID="{4F6F5BD0-8A04-40D0-AFA6-1BC92499FD2B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F477878-B45A-4309-A704-534749FA1AEF}" type="pres">
      <dgm:prSet presAssocID="{F9746511-4A02-4C60-8782-C86D76D60FD4}" presName="spacer" presStyleCnt="0"/>
      <dgm:spPr/>
    </dgm:pt>
    <dgm:pt modelId="{E0D822A2-3365-4068-BE04-910B0716AE44}" type="pres">
      <dgm:prSet presAssocID="{898AB192-CA41-494A-B678-9CD8B87D209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BE12503-653A-447E-85A8-9247C3C06C0A}" type="presOf" srcId="{4F6F5BD0-8A04-40D0-AFA6-1BC92499FD2B}" destId="{D34DE4A7-9277-40E4-978D-51ED4AEB737A}" srcOrd="0" destOrd="0" presId="urn:microsoft.com/office/officeart/2005/8/layout/vList2"/>
    <dgm:cxn modelId="{DD2C1512-11A5-426B-9583-8658E4311440}" type="presOf" srcId="{3912632D-45D2-49D4-85EB-F47602A94E4D}" destId="{CA8EC7BF-A4F1-49B2-AA9B-7AE9126FF92D}" srcOrd="0" destOrd="0" presId="urn:microsoft.com/office/officeart/2005/8/layout/vList2"/>
    <dgm:cxn modelId="{F6E22931-4EA2-42F4-A9D5-B079ED808A10}" srcId="{8AE9FAD3-05D0-451F-B953-5003F83DD995}" destId="{898AB192-CA41-494A-B678-9CD8B87D2091}" srcOrd="6" destOrd="0" parTransId="{C030BA7A-6DDC-4560-B8B1-B5C04353F945}" sibTransId="{D6C9652B-70C0-432C-A915-5B67EB3F10D5}"/>
    <dgm:cxn modelId="{B963D538-6D43-4882-A34B-477952DC7634}" srcId="{8AE9FAD3-05D0-451F-B953-5003F83DD995}" destId="{B1B4C700-311E-45D2-A2E9-71D2001440FB}" srcOrd="3" destOrd="0" parTransId="{3CD4DC4A-BFA9-4242-BF01-3851B30B909D}" sibTransId="{E7B312C0-637D-4B19-BB77-CE1251780EE6}"/>
    <dgm:cxn modelId="{F0AFD56D-00D4-4197-99EA-206282982405}" srcId="{8AE9FAD3-05D0-451F-B953-5003F83DD995}" destId="{4F6F5BD0-8A04-40D0-AFA6-1BC92499FD2B}" srcOrd="5" destOrd="0" parTransId="{9DC2F91D-DE62-4E51-A7DD-BD88DF4C7893}" sibTransId="{F9746511-4A02-4C60-8782-C86D76D60FD4}"/>
    <dgm:cxn modelId="{830E9D4F-7D57-42C5-984D-133B2CA6CEAE}" srcId="{8AE9FAD3-05D0-451F-B953-5003F83DD995}" destId="{98602195-F81C-4670-A153-B8A89195006B}" srcOrd="1" destOrd="0" parTransId="{B0274545-63FA-49A5-8922-941607119C4E}" sibTransId="{EF91E607-2026-48BE-9F3A-0BF6CEB6F0B7}"/>
    <dgm:cxn modelId="{A6FA0C7F-2AD2-4471-9340-F4DA4CFB2362}" srcId="{8AE9FAD3-05D0-451F-B953-5003F83DD995}" destId="{062C987B-CFF3-4117-9AEF-61EF6D97E981}" srcOrd="0" destOrd="0" parTransId="{C322C9F3-E23D-4590-A0F7-41DE0454EDD4}" sibTransId="{35177AF3-BC33-4706-9BE7-98009F6C6EA9}"/>
    <dgm:cxn modelId="{D9439092-EA02-4342-A607-E52F422CDDCD}" type="presOf" srcId="{8AE9FAD3-05D0-451F-B953-5003F83DD995}" destId="{4ADB8B72-C6DD-44DD-8AB9-7CD991A2F59D}" srcOrd="0" destOrd="0" presId="urn:microsoft.com/office/officeart/2005/8/layout/vList2"/>
    <dgm:cxn modelId="{1C7B99AC-E718-4634-97AA-3F0709677B28}" type="presOf" srcId="{062C987B-CFF3-4117-9AEF-61EF6D97E981}" destId="{1360DC3B-3470-4DEF-AF2F-FBF1AB4514E0}" srcOrd="0" destOrd="0" presId="urn:microsoft.com/office/officeart/2005/8/layout/vList2"/>
    <dgm:cxn modelId="{0E8658AD-123B-4024-B217-BEE051567FCD}" srcId="{8AE9FAD3-05D0-451F-B953-5003F83DD995}" destId="{4D0D1565-54EF-47DC-91D6-A71E03F9600F}" srcOrd="4" destOrd="0" parTransId="{54F80C3E-922E-4345-8B89-3D1A0DD03F43}" sibTransId="{5FC9DD9A-E48A-48B6-9F6C-D53429687205}"/>
    <dgm:cxn modelId="{845A79AE-341D-4E86-8BDB-9006CE4A2A68}" type="presOf" srcId="{98602195-F81C-4670-A153-B8A89195006B}" destId="{D1E730DA-652B-4322-8172-C9CDE193ECE2}" srcOrd="0" destOrd="0" presId="urn:microsoft.com/office/officeart/2005/8/layout/vList2"/>
    <dgm:cxn modelId="{6D2AA4CF-3D2A-40CA-A538-A775CCA1BC95}" srcId="{8AE9FAD3-05D0-451F-B953-5003F83DD995}" destId="{3912632D-45D2-49D4-85EB-F47602A94E4D}" srcOrd="2" destOrd="0" parTransId="{3129F51C-E8EE-4AF2-930E-1B345CE49CC7}" sibTransId="{F27D473A-9481-43F6-BBFA-1F914E386327}"/>
    <dgm:cxn modelId="{40A0A5D3-CB40-4C0F-8AAB-790E5B9D3B20}" type="presOf" srcId="{898AB192-CA41-494A-B678-9CD8B87D2091}" destId="{E0D822A2-3365-4068-BE04-910B0716AE44}" srcOrd="0" destOrd="0" presId="urn:microsoft.com/office/officeart/2005/8/layout/vList2"/>
    <dgm:cxn modelId="{24EF32EE-3B25-4673-B648-31A1DCA09715}" type="presOf" srcId="{B1B4C700-311E-45D2-A2E9-71D2001440FB}" destId="{DF208F5D-78BE-4A28-8A8C-BA53C231BF57}" srcOrd="0" destOrd="0" presId="urn:microsoft.com/office/officeart/2005/8/layout/vList2"/>
    <dgm:cxn modelId="{6290FCFD-5AC6-421E-8329-129722340731}" type="presOf" srcId="{4D0D1565-54EF-47DC-91D6-A71E03F9600F}" destId="{DA7BA255-58EE-4623-9E51-92903AABF16E}" srcOrd="0" destOrd="0" presId="urn:microsoft.com/office/officeart/2005/8/layout/vList2"/>
    <dgm:cxn modelId="{8B1A08CA-02D5-458C-B26B-C4607D648FE4}" type="presParOf" srcId="{4ADB8B72-C6DD-44DD-8AB9-7CD991A2F59D}" destId="{1360DC3B-3470-4DEF-AF2F-FBF1AB4514E0}" srcOrd="0" destOrd="0" presId="urn:microsoft.com/office/officeart/2005/8/layout/vList2"/>
    <dgm:cxn modelId="{9CE52213-9512-4B29-8944-9EE2E59E58C4}" type="presParOf" srcId="{4ADB8B72-C6DD-44DD-8AB9-7CD991A2F59D}" destId="{80A91F7C-8D7E-49D1-BB6E-A434926ADC7D}" srcOrd="1" destOrd="0" presId="urn:microsoft.com/office/officeart/2005/8/layout/vList2"/>
    <dgm:cxn modelId="{65AC80F6-F8B9-4ED1-B2F1-013466707D70}" type="presParOf" srcId="{4ADB8B72-C6DD-44DD-8AB9-7CD991A2F59D}" destId="{D1E730DA-652B-4322-8172-C9CDE193ECE2}" srcOrd="2" destOrd="0" presId="urn:microsoft.com/office/officeart/2005/8/layout/vList2"/>
    <dgm:cxn modelId="{846AFF78-DC0F-436A-B6D6-3B31B3C058B9}" type="presParOf" srcId="{4ADB8B72-C6DD-44DD-8AB9-7CD991A2F59D}" destId="{A654B1E0-3263-4E7B-BAEA-43AEA8B7B85B}" srcOrd="3" destOrd="0" presId="urn:microsoft.com/office/officeart/2005/8/layout/vList2"/>
    <dgm:cxn modelId="{DE40EC94-09DF-4DED-A1C6-57D924044C99}" type="presParOf" srcId="{4ADB8B72-C6DD-44DD-8AB9-7CD991A2F59D}" destId="{CA8EC7BF-A4F1-49B2-AA9B-7AE9126FF92D}" srcOrd="4" destOrd="0" presId="urn:microsoft.com/office/officeart/2005/8/layout/vList2"/>
    <dgm:cxn modelId="{7BAEA34B-4A3F-45A3-A637-8C5BAA53592B}" type="presParOf" srcId="{4ADB8B72-C6DD-44DD-8AB9-7CD991A2F59D}" destId="{293FC421-A17B-44E0-B6C8-EFC03236CD92}" srcOrd="5" destOrd="0" presId="urn:microsoft.com/office/officeart/2005/8/layout/vList2"/>
    <dgm:cxn modelId="{05D0EBF2-AAB8-4D76-984E-9348529B0F8E}" type="presParOf" srcId="{4ADB8B72-C6DD-44DD-8AB9-7CD991A2F59D}" destId="{DF208F5D-78BE-4A28-8A8C-BA53C231BF57}" srcOrd="6" destOrd="0" presId="urn:microsoft.com/office/officeart/2005/8/layout/vList2"/>
    <dgm:cxn modelId="{FDC64E32-3F39-444D-8CEC-6CC00BE42584}" type="presParOf" srcId="{4ADB8B72-C6DD-44DD-8AB9-7CD991A2F59D}" destId="{08155F01-8680-457B-A8DA-4CD0B58FEF0D}" srcOrd="7" destOrd="0" presId="urn:microsoft.com/office/officeart/2005/8/layout/vList2"/>
    <dgm:cxn modelId="{B0111D93-5142-417A-82AF-D6D89C62827A}" type="presParOf" srcId="{4ADB8B72-C6DD-44DD-8AB9-7CD991A2F59D}" destId="{DA7BA255-58EE-4623-9E51-92903AABF16E}" srcOrd="8" destOrd="0" presId="urn:microsoft.com/office/officeart/2005/8/layout/vList2"/>
    <dgm:cxn modelId="{C7372609-6AE1-42C0-9B1F-A000637719EC}" type="presParOf" srcId="{4ADB8B72-C6DD-44DD-8AB9-7CD991A2F59D}" destId="{217AC5A7-0663-4205-AB77-DFCB70AEC9A4}" srcOrd="9" destOrd="0" presId="urn:microsoft.com/office/officeart/2005/8/layout/vList2"/>
    <dgm:cxn modelId="{F4765075-C136-4D70-8D66-872179FA7B76}" type="presParOf" srcId="{4ADB8B72-C6DD-44DD-8AB9-7CD991A2F59D}" destId="{D34DE4A7-9277-40E4-978D-51ED4AEB737A}" srcOrd="10" destOrd="0" presId="urn:microsoft.com/office/officeart/2005/8/layout/vList2"/>
    <dgm:cxn modelId="{D1FDAC36-056B-444A-8D2A-F0F84A823993}" type="presParOf" srcId="{4ADB8B72-C6DD-44DD-8AB9-7CD991A2F59D}" destId="{8F477878-B45A-4309-A704-534749FA1AEF}" srcOrd="11" destOrd="0" presId="urn:microsoft.com/office/officeart/2005/8/layout/vList2"/>
    <dgm:cxn modelId="{226A85D6-C2C1-4A95-90D4-18B9E07E0C1C}" type="presParOf" srcId="{4ADB8B72-C6DD-44DD-8AB9-7CD991A2F59D}" destId="{E0D822A2-3365-4068-BE04-910B0716AE4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69CA384-EAD9-4487-AD96-40240C01835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81C3A8-BC5E-46E1-83B5-B14A2C394C41}">
      <dgm:prSet/>
      <dgm:spPr/>
      <dgm:t>
        <a:bodyPr/>
        <a:lstStyle/>
        <a:p>
          <a:r>
            <a:rPr lang="en-IN" b="1"/>
            <a:t>Positive Testing: </a:t>
          </a:r>
          <a:r>
            <a:rPr lang="en-IN"/>
            <a:t>Testing the software with valid inputs to check if it works as expected.</a:t>
          </a:r>
          <a:endParaRPr lang="en-US"/>
        </a:p>
      </dgm:t>
    </dgm:pt>
    <dgm:pt modelId="{99E9B12D-DEA2-4785-9F1C-FDB05E2C1284}" type="parTrans" cxnId="{D9EC18A9-27A1-4A6D-A194-CE59AA55BCBD}">
      <dgm:prSet/>
      <dgm:spPr/>
      <dgm:t>
        <a:bodyPr/>
        <a:lstStyle/>
        <a:p>
          <a:endParaRPr lang="en-US"/>
        </a:p>
      </dgm:t>
    </dgm:pt>
    <dgm:pt modelId="{6D719FEA-4282-4910-A3AD-D980175DC7D2}" type="sibTrans" cxnId="{D9EC18A9-27A1-4A6D-A194-CE59AA55BCB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968953F-50A1-4DAE-A553-D6156D3007D4}">
      <dgm:prSet/>
      <dgm:spPr/>
      <dgm:t>
        <a:bodyPr/>
        <a:lstStyle/>
        <a:p>
          <a:r>
            <a:rPr lang="en-IN" b="1"/>
            <a:t>Negative Testing:</a:t>
          </a:r>
          <a:r>
            <a:rPr lang="en-IN"/>
            <a:t> Testing the software with invalid inputs to check if it handles errors properly.</a:t>
          </a:r>
          <a:endParaRPr lang="en-US"/>
        </a:p>
      </dgm:t>
    </dgm:pt>
    <dgm:pt modelId="{ABEABE99-A6D8-4FE3-B280-9B3969FA2F37}" type="parTrans" cxnId="{83661511-EEC4-4D1F-96CE-F30BFB2483A1}">
      <dgm:prSet/>
      <dgm:spPr/>
      <dgm:t>
        <a:bodyPr/>
        <a:lstStyle/>
        <a:p>
          <a:endParaRPr lang="en-US"/>
        </a:p>
      </dgm:t>
    </dgm:pt>
    <dgm:pt modelId="{0529738D-4042-4F55-8D7F-163DF28AA081}" type="sibTrans" cxnId="{83661511-EEC4-4D1F-96CE-F30BFB2483A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ED170F0-A39C-455D-A5D4-8D028CAD4DE6}" type="pres">
      <dgm:prSet presAssocID="{269CA384-EAD9-4487-AD96-40240C018352}" presName="Name0" presStyleCnt="0">
        <dgm:presLayoutVars>
          <dgm:animLvl val="lvl"/>
          <dgm:resizeHandles val="exact"/>
        </dgm:presLayoutVars>
      </dgm:prSet>
      <dgm:spPr/>
    </dgm:pt>
    <dgm:pt modelId="{F6E99834-5D9F-4FA5-88C8-C14498495CEA}" type="pres">
      <dgm:prSet presAssocID="{5F81C3A8-BC5E-46E1-83B5-B14A2C394C41}" presName="compositeNode" presStyleCnt="0">
        <dgm:presLayoutVars>
          <dgm:bulletEnabled val="1"/>
        </dgm:presLayoutVars>
      </dgm:prSet>
      <dgm:spPr/>
    </dgm:pt>
    <dgm:pt modelId="{4D4216FA-7DAF-488A-9B7B-472AE72ABBDB}" type="pres">
      <dgm:prSet presAssocID="{5F81C3A8-BC5E-46E1-83B5-B14A2C394C41}" presName="bgRect" presStyleLbl="bgAccFollowNode1" presStyleIdx="0" presStyleCnt="2"/>
      <dgm:spPr/>
    </dgm:pt>
    <dgm:pt modelId="{CB4DEF0A-2290-4A1D-8F14-2E87A5C0BDCD}" type="pres">
      <dgm:prSet presAssocID="{6D719FEA-4282-4910-A3AD-D980175DC7D2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320FADAC-E440-482A-BB31-ED64FBB74961}" type="pres">
      <dgm:prSet presAssocID="{5F81C3A8-BC5E-46E1-83B5-B14A2C394C41}" presName="bottomLine" presStyleLbl="alignNode1" presStyleIdx="1" presStyleCnt="4">
        <dgm:presLayoutVars/>
      </dgm:prSet>
      <dgm:spPr/>
    </dgm:pt>
    <dgm:pt modelId="{801DCAF9-1DCE-445D-814E-855B12443C64}" type="pres">
      <dgm:prSet presAssocID="{5F81C3A8-BC5E-46E1-83B5-B14A2C394C41}" presName="nodeText" presStyleLbl="bgAccFollowNode1" presStyleIdx="0" presStyleCnt="2">
        <dgm:presLayoutVars>
          <dgm:bulletEnabled val="1"/>
        </dgm:presLayoutVars>
      </dgm:prSet>
      <dgm:spPr/>
    </dgm:pt>
    <dgm:pt modelId="{70573D44-54FD-418A-8C03-02519010ACAE}" type="pres">
      <dgm:prSet presAssocID="{6D719FEA-4282-4910-A3AD-D980175DC7D2}" presName="sibTrans" presStyleCnt="0"/>
      <dgm:spPr/>
    </dgm:pt>
    <dgm:pt modelId="{DD5AF1C3-1217-42CA-8079-D2453A1977EA}" type="pres">
      <dgm:prSet presAssocID="{5968953F-50A1-4DAE-A553-D6156D3007D4}" presName="compositeNode" presStyleCnt="0">
        <dgm:presLayoutVars>
          <dgm:bulletEnabled val="1"/>
        </dgm:presLayoutVars>
      </dgm:prSet>
      <dgm:spPr/>
    </dgm:pt>
    <dgm:pt modelId="{E81FECBA-0C00-40B2-A37E-10E4C89DCD5E}" type="pres">
      <dgm:prSet presAssocID="{5968953F-50A1-4DAE-A553-D6156D3007D4}" presName="bgRect" presStyleLbl="bgAccFollowNode1" presStyleIdx="1" presStyleCnt="2"/>
      <dgm:spPr/>
    </dgm:pt>
    <dgm:pt modelId="{F86D72AC-DBF0-404D-AC46-C316998EBAD1}" type="pres">
      <dgm:prSet presAssocID="{0529738D-4042-4F55-8D7F-163DF28AA081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A2E95A59-089B-44D2-8169-D411AFFF7C35}" type="pres">
      <dgm:prSet presAssocID="{5968953F-50A1-4DAE-A553-D6156D3007D4}" presName="bottomLine" presStyleLbl="alignNode1" presStyleIdx="3" presStyleCnt="4">
        <dgm:presLayoutVars/>
      </dgm:prSet>
      <dgm:spPr/>
    </dgm:pt>
    <dgm:pt modelId="{4FB01054-9AF4-4279-87FA-F20CADE4089C}" type="pres">
      <dgm:prSet presAssocID="{5968953F-50A1-4DAE-A553-D6156D3007D4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83661511-EEC4-4D1F-96CE-F30BFB2483A1}" srcId="{269CA384-EAD9-4487-AD96-40240C018352}" destId="{5968953F-50A1-4DAE-A553-D6156D3007D4}" srcOrd="1" destOrd="0" parTransId="{ABEABE99-A6D8-4FE3-B280-9B3969FA2F37}" sibTransId="{0529738D-4042-4F55-8D7F-163DF28AA081}"/>
    <dgm:cxn modelId="{34F5AA1D-6D56-49BC-B796-4319318CE153}" type="presOf" srcId="{6D719FEA-4282-4910-A3AD-D980175DC7D2}" destId="{CB4DEF0A-2290-4A1D-8F14-2E87A5C0BDCD}" srcOrd="0" destOrd="0" presId="urn:microsoft.com/office/officeart/2016/7/layout/BasicLinearProcessNumbered"/>
    <dgm:cxn modelId="{7F361459-731B-4724-9904-08F9F0DA45B9}" type="presOf" srcId="{5F81C3A8-BC5E-46E1-83B5-B14A2C394C41}" destId="{801DCAF9-1DCE-445D-814E-855B12443C64}" srcOrd="1" destOrd="0" presId="urn:microsoft.com/office/officeart/2016/7/layout/BasicLinearProcessNumbered"/>
    <dgm:cxn modelId="{D9EC18A9-27A1-4A6D-A194-CE59AA55BCBD}" srcId="{269CA384-EAD9-4487-AD96-40240C018352}" destId="{5F81C3A8-BC5E-46E1-83B5-B14A2C394C41}" srcOrd="0" destOrd="0" parTransId="{99E9B12D-DEA2-4785-9F1C-FDB05E2C1284}" sibTransId="{6D719FEA-4282-4910-A3AD-D980175DC7D2}"/>
    <dgm:cxn modelId="{129E08B4-61A3-495A-BF91-BBA51565800C}" type="presOf" srcId="{269CA384-EAD9-4487-AD96-40240C018352}" destId="{9ED170F0-A39C-455D-A5D4-8D028CAD4DE6}" srcOrd="0" destOrd="0" presId="urn:microsoft.com/office/officeart/2016/7/layout/BasicLinearProcessNumbered"/>
    <dgm:cxn modelId="{F921CCC4-9F64-4ECB-9DAF-532D4ABF7905}" type="presOf" srcId="{5968953F-50A1-4DAE-A553-D6156D3007D4}" destId="{4FB01054-9AF4-4279-87FA-F20CADE4089C}" srcOrd="1" destOrd="0" presId="urn:microsoft.com/office/officeart/2016/7/layout/BasicLinearProcessNumbered"/>
    <dgm:cxn modelId="{066664D0-01D7-4F86-A613-5DA641537526}" type="presOf" srcId="{5F81C3A8-BC5E-46E1-83B5-B14A2C394C41}" destId="{4D4216FA-7DAF-488A-9B7B-472AE72ABBDB}" srcOrd="0" destOrd="0" presId="urn:microsoft.com/office/officeart/2016/7/layout/BasicLinearProcessNumbered"/>
    <dgm:cxn modelId="{45A9B4D5-76A4-4986-B68E-8CDC83A1F0AE}" type="presOf" srcId="{5968953F-50A1-4DAE-A553-D6156D3007D4}" destId="{E81FECBA-0C00-40B2-A37E-10E4C89DCD5E}" srcOrd="0" destOrd="0" presId="urn:microsoft.com/office/officeart/2016/7/layout/BasicLinearProcessNumbered"/>
    <dgm:cxn modelId="{032EACDA-56B8-495C-B7B8-3539ABFFD19B}" type="presOf" srcId="{0529738D-4042-4F55-8D7F-163DF28AA081}" destId="{F86D72AC-DBF0-404D-AC46-C316998EBAD1}" srcOrd="0" destOrd="0" presId="urn:microsoft.com/office/officeart/2016/7/layout/BasicLinearProcessNumbered"/>
    <dgm:cxn modelId="{4546591A-7784-42DB-9A9A-D6CA69D44764}" type="presParOf" srcId="{9ED170F0-A39C-455D-A5D4-8D028CAD4DE6}" destId="{F6E99834-5D9F-4FA5-88C8-C14498495CEA}" srcOrd="0" destOrd="0" presId="urn:microsoft.com/office/officeart/2016/7/layout/BasicLinearProcessNumbered"/>
    <dgm:cxn modelId="{210C3121-4B32-4A35-B312-4F3A6E961F4E}" type="presParOf" srcId="{F6E99834-5D9F-4FA5-88C8-C14498495CEA}" destId="{4D4216FA-7DAF-488A-9B7B-472AE72ABBDB}" srcOrd="0" destOrd="0" presId="urn:microsoft.com/office/officeart/2016/7/layout/BasicLinearProcessNumbered"/>
    <dgm:cxn modelId="{3D9F418B-5CAF-4FD6-8E16-FD7DEBB2382A}" type="presParOf" srcId="{F6E99834-5D9F-4FA5-88C8-C14498495CEA}" destId="{CB4DEF0A-2290-4A1D-8F14-2E87A5C0BDCD}" srcOrd="1" destOrd="0" presId="urn:microsoft.com/office/officeart/2016/7/layout/BasicLinearProcessNumbered"/>
    <dgm:cxn modelId="{680A06D7-8862-45F3-A131-41C0BAFF55B7}" type="presParOf" srcId="{F6E99834-5D9F-4FA5-88C8-C14498495CEA}" destId="{320FADAC-E440-482A-BB31-ED64FBB74961}" srcOrd="2" destOrd="0" presId="urn:microsoft.com/office/officeart/2016/7/layout/BasicLinearProcessNumbered"/>
    <dgm:cxn modelId="{D403A929-A6F5-4750-80BC-43D9C82E9D97}" type="presParOf" srcId="{F6E99834-5D9F-4FA5-88C8-C14498495CEA}" destId="{801DCAF9-1DCE-445D-814E-855B12443C64}" srcOrd="3" destOrd="0" presId="urn:microsoft.com/office/officeart/2016/7/layout/BasicLinearProcessNumbered"/>
    <dgm:cxn modelId="{19457741-D60F-4621-8B15-8AE948375C5B}" type="presParOf" srcId="{9ED170F0-A39C-455D-A5D4-8D028CAD4DE6}" destId="{70573D44-54FD-418A-8C03-02519010ACAE}" srcOrd="1" destOrd="0" presId="urn:microsoft.com/office/officeart/2016/7/layout/BasicLinearProcessNumbered"/>
    <dgm:cxn modelId="{546FDE02-8ADD-4E31-96A5-50FF4D64BCCE}" type="presParOf" srcId="{9ED170F0-A39C-455D-A5D4-8D028CAD4DE6}" destId="{DD5AF1C3-1217-42CA-8079-D2453A1977EA}" srcOrd="2" destOrd="0" presId="urn:microsoft.com/office/officeart/2016/7/layout/BasicLinearProcessNumbered"/>
    <dgm:cxn modelId="{13B46A6D-A41D-41E2-A880-E6D53C76CF2F}" type="presParOf" srcId="{DD5AF1C3-1217-42CA-8079-D2453A1977EA}" destId="{E81FECBA-0C00-40B2-A37E-10E4C89DCD5E}" srcOrd="0" destOrd="0" presId="urn:microsoft.com/office/officeart/2016/7/layout/BasicLinearProcessNumbered"/>
    <dgm:cxn modelId="{47D9DA53-6808-432A-BBF7-8CA2F22B414A}" type="presParOf" srcId="{DD5AF1C3-1217-42CA-8079-D2453A1977EA}" destId="{F86D72AC-DBF0-404D-AC46-C316998EBAD1}" srcOrd="1" destOrd="0" presId="urn:microsoft.com/office/officeart/2016/7/layout/BasicLinearProcessNumbered"/>
    <dgm:cxn modelId="{F2B1F7A0-614C-403B-A8F1-2A1B816B1209}" type="presParOf" srcId="{DD5AF1C3-1217-42CA-8079-D2453A1977EA}" destId="{A2E95A59-089B-44D2-8169-D411AFFF7C35}" srcOrd="2" destOrd="0" presId="urn:microsoft.com/office/officeart/2016/7/layout/BasicLinearProcessNumbered"/>
    <dgm:cxn modelId="{8F4F5840-5C46-4B22-A5CD-5612071622D3}" type="presParOf" srcId="{DD5AF1C3-1217-42CA-8079-D2453A1977EA}" destId="{4FB01054-9AF4-4279-87FA-F20CADE4089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C8C31-35C4-4571-AAB3-7F3CC113F241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Types of software</a:t>
          </a:r>
          <a:endParaRPr lang="en-US" sz="3000" kern="1200"/>
        </a:p>
      </dsp:txBody>
      <dsp:txXfrm>
        <a:off x="0" y="3291729"/>
        <a:ext cx="6666833" cy="1166254"/>
      </dsp:txXfrm>
    </dsp:sp>
    <dsp:sp modelId="{794F9CCC-C644-4564-B0C3-31E677F25B1F}">
      <dsp:nvSpPr>
        <dsp:cNvPr id="0" name=""/>
        <dsp:cNvSpPr/>
      </dsp:nvSpPr>
      <dsp:spPr>
        <a:xfrm>
          <a:off x="0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1. System software</a:t>
          </a:r>
          <a:endParaRPr lang="en-US" sz="3200" kern="1200"/>
        </a:p>
      </dsp:txBody>
      <dsp:txXfrm>
        <a:off x="0" y="4414789"/>
        <a:ext cx="3333416" cy="993476"/>
      </dsp:txXfrm>
    </dsp:sp>
    <dsp:sp modelId="{892F46B4-E2BB-4D41-98FC-4F55966BF450}">
      <dsp:nvSpPr>
        <dsp:cNvPr id="0" name=""/>
        <dsp:cNvSpPr/>
      </dsp:nvSpPr>
      <dsp:spPr>
        <a:xfrm>
          <a:off x="3333416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2. Application software</a:t>
          </a:r>
          <a:endParaRPr lang="en-US" sz="3200" kern="1200"/>
        </a:p>
      </dsp:txBody>
      <dsp:txXfrm>
        <a:off x="3333416" y="4414789"/>
        <a:ext cx="3333416" cy="993476"/>
      </dsp:txXfrm>
    </dsp:sp>
    <dsp:sp modelId="{10F0069D-53A1-46EA-99E1-6414046C0D6A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Software is a set of instructions, data or program used to operate computers and perform specific tasks.</a:t>
          </a:r>
          <a:endParaRPr lang="en-US" sz="3000" kern="1200"/>
        </a:p>
      </dsp:txBody>
      <dsp:txXfrm rot="10800000">
        <a:off x="0" y="2459"/>
        <a:ext cx="6666833" cy="21583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917EE-50D8-49DB-A8DC-F701EF73EA72}">
      <dsp:nvSpPr>
        <dsp:cNvPr id="0" name=""/>
        <dsp:cNvSpPr/>
      </dsp:nvSpPr>
      <dsp:spPr>
        <a:xfrm>
          <a:off x="0" y="13504"/>
          <a:ext cx="6666833" cy="8353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1" kern="1200"/>
            <a:t>Error</a:t>
          </a:r>
          <a:endParaRPr lang="en-US" sz="3400" kern="1200"/>
        </a:p>
      </dsp:txBody>
      <dsp:txXfrm>
        <a:off x="40780" y="54284"/>
        <a:ext cx="6585273" cy="753820"/>
      </dsp:txXfrm>
    </dsp:sp>
    <dsp:sp modelId="{1B3AC1D4-85EA-41B4-81A3-6DD8AF747750}">
      <dsp:nvSpPr>
        <dsp:cNvPr id="0" name=""/>
        <dsp:cNvSpPr/>
      </dsp:nvSpPr>
      <dsp:spPr>
        <a:xfrm>
          <a:off x="0" y="848884"/>
          <a:ext cx="6666833" cy="1231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700" kern="1200" dirty="0"/>
            <a:t>An error is a </a:t>
          </a:r>
          <a:r>
            <a:rPr lang="en-IN" sz="2700" b="1" kern="1200" dirty="0"/>
            <a:t>mistake a coder makes during the software development </a:t>
          </a:r>
          <a:r>
            <a:rPr lang="en-IN" sz="2700" kern="1200" dirty="0"/>
            <a:t>process.	</a:t>
          </a:r>
          <a:endParaRPr lang="en-US" sz="2700" kern="1200" dirty="0"/>
        </a:p>
      </dsp:txBody>
      <dsp:txXfrm>
        <a:off x="0" y="848884"/>
        <a:ext cx="6666833" cy="1231650"/>
      </dsp:txXfrm>
    </dsp:sp>
    <dsp:sp modelId="{A21BF153-0EFB-476A-A437-EDF423D971E0}">
      <dsp:nvSpPr>
        <dsp:cNvPr id="0" name=""/>
        <dsp:cNvSpPr/>
      </dsp:nvSpPr>
      <dsp:spPr>
        <a:xfrm>
          <a:off x="0" y="2080535"/>
          <a:ext cx="6666833" cy="83538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1" kern="1200"/>
            <a:t>Bug:</a:t>
          </a:r>
          <a:endParaRPr lang="en-US" sz="3400" kern="1200"/>
        </a:p>
      </dsp:txBody>
      <dsp:txXfrm>
        <a:off x="40780" y="2121315"/>
        <a:ext cx="6585273" cy="753820"/>
      </dsp:txXfrm>
    </dsp:sp>
    <dsp:sp modelId="{229FE422-89C3-402F-830E-DC2CBF484568}">
      <dsp:nvSpPr>
        <dsp:cNvPr id="0" name=""/>
        <dsp:cNvSpPr/>
      </dsp:nvSpPr>
      <dsp:spPr>
        <a:xfrm>
          <a:off x="0" y="2915915"/>
          <a:ext cx="6666833" cy="84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700" kern="1200" dirty="0"/>
            <a:t>The </a:t>
          </a:r>
          <a:r>
            <a:rPr lang="en-IN" sz="2700" b="1" kern="1200" dirty="0"/>
            <a:t>incorrect part of the software code </a:t>
          </a:r>
          <a:r>
            <a:rPr lang="en-IN" sz="2700" kern="1200" dirty="0"/>
            <a:t>or design caused by an error.</a:t>
          </a:r>
          <a:endParaRPr lang="en-US" sz="2700" kern="1200" dirty="0"/>
        </a:p>
      </dsp:txBody>
      <dsp:txXfrm>
        <a:off x="0" y="2915915"/>
        <a:ext cx="6666833" cy="844560"/>
      </dsp:txXfrm>
    </dsp:sp>
    <dsp:sp modelId="{95284A3F-37B5-4F54-8096-0E8A99FF7FA5}">
      <dsp:nvSpPr>
        <dsp:cNvPr id="0" name=""/>
        <dsp:cNvSpPr/>
      </dsp:nvSpPr>
      <dsp:spPr>
        <a:xfrm>
          <a:off x="0" y="3760475"/>
          <a:ext cx="6666833" cy="8353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1" kern="1200" dirty="0"/>
            <a:t>Failure:</a:t>
          </a:r>
          <a:endParaRPr lang="en-US" sz="3400" kern="1200" dirty="0"/>
        </a:p>
      </dsp:txBody>
      <dsp:txXfrm>
        <a:off x="40780" y="3801255"/>
        <a:ext cx="6585273" cy="753820"/>
      </dsp:txXfrm>
    </dsp:sp>
    <dsp:sp modelId="{7CF8BEDF-51B6-40F0-B89D-042257AEF3C2}">
      <dsp:nvSpPr>
        <dsp:cNvPr id="0" name=""/>
        <dsp:cNvSpPr/>
      </dsp:nvSpPr>
      <dsp:spPr>
        <a:xfrm>
          <a:off x="0" y="4595855"/>
          <a:ext cx="6666833" cy="84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700" kern="1200" dirty="0"/>
            <a:t>The </a:t>
          </a:r>
          <a:r>
            <a:rPr lang="en-IN" sz="2700" b="1" kern="1200" dirty="0"/>
            <a:t>system behaves incorrectly during execution</a:t>
          </a:r>
          <a:r>
            <a:rPr lang="en-IN" sz="2700" kern="1200" dirty="0"/>
            <a:t> because of a fault.</a:t>
          </a:r>
          <a:endParaRPr lang="en-US" sz="2700" kern="1200" dirty="0"/>
        </a:p>
      </dsp:txBody>
      <dsp:txXfrm>
        <a:off x="0" y="4595855"/>
        <a:ext cx="6666833" cy="844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34D37-C91C-4ECC-9142-EEB6E8B21D48}">
      <dsp:nvSpPr>
        <dsp:cNvPr id="0" name=""/>
        <dsp:cNvSpPr/>
      </dsp:nvSpPr>
      <dsp:spPr>
        <a:xfrm>
          <a:off x="2178518" y="61526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F7AB4-F61E-490C-BF34-0456659217CF}">
      <dsp:nvSpPr>
        <dsp:cNvPr id="0" name=""/>
        <dsp:cNvSpPr/>
      </dsp:nvSpPr>
      <dsp:spPr>
        <a:xfrm>
          <a:off x="774518" y="226416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 methodologies </a:t>
          </a:r>
          <a:r>
            <a:rPr lang="en-IN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are the various strategies or approaches used to test an application to ensure it behaves and looks as expected.</a:t>
          </a:r>
          <a:endParaRPr lang="en-US" sz="14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4518" y="2264167"/>
        <a:ext cx="4320000" cy="648000"/>
      </dsp:txXfrm>
    </dsp:sp>
    <dsp:sp modelId="{1B505377-7BD3-4E46-8AE9-D0B5966F311B}">
      <dsp:nvSpPr>
        <dsp:cNvPr id="0" name=""/>
        <dsp:cNvSpPr/>
      </dsp:nvSpPr>
      <dsp:spPr>
        <a:xfrm>
          <a:off x="774518" y="2975843"/>
          <a:ext cx="4320000" cy="823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FAFE91-11F5-4491-8241-DBECB26EB9AB}">
      <dsp:nvSpPr>
        <dsp:cNvPr id="0" name=""/>
        <dsp:cNvSpPr/>
      </dsp:nvSpPr>
      <dsp:spPr>
        <a:xfrm>
          <a:off x="7254518" y="61526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4F47E-78E3-4937-A183-996AF7017D8E}">
      <dsp:nvSpPr>
        <dsp:cNvPr id="0" name=""/>
        <dsp:cNvSpPr/>
      </dsp:nvSpPr>
      <dsp:spPr>
        <a:xfrm>
          <a:off x="5850518" y="226416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Main Software Methodologies: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0518" y="2264167"/>
        <a:ext cx="4320000" cy="648000"/>
      </dsp:txXfrm>
    </dsp:sp>
    <dsp:sp modelId="{0AA2A795-00BC-479C-8DE8-2297186771C2}">
      <dsp:nvSpPr>
        <dsp:cNvPr id="0" name=""/>
        <dsp:cNvSpPr/>
      </dsp:nvSpPr>
      <dsp:spPr>
        <a:xfrm>
          <a:off x="5850518" y="2975843"/>
          <a:ext cx="4320000" cy="823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Waterfall </a:t>
          </a:r>
          <a:endParaRPr lang="en-US" sz="11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Agile</a:t>
          </a:r>
          <a:endParaRPr lang="en-US" sz="11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Spiral</a:t>
          </a:r>
          <a:endParaRPr lang="en-US" sz="11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V-model</a:t>
          </a:r>
          <a:endParaRPr lang="en-US" sz="11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0518" y="2975843"/>
        <a:ext cx="4320000" cy="8232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1712C-77DB-42BB-8625-80D8AC26873E}">
      <dsp:nvSpPr>
        <dsp:cNvPr id="0" name=""/>
        <dsp:cNvSpPr/>
      </dsp:nvSpPr>
      <dsp:spPr>
        <a:xfrm>
          <a:off x="0" y="70"/>
          <a:ext cx="2501798" cy="28226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Black-Box testing </a:t>
          </a:r>
          <a:r>
            <a:rPr lang="en-IN" sz="1900" kern="1200" dirty="0"/>
            <a:t>is a software testing method where the </a:t>
          </a:r>
          <a:r>
            <a:rPr lang="en-IN" sz="1900" b="1" kern="1200" dirty="0"/>
            <a:t>tester has no knowledge of the internal structure </a:t>
          </a:r>
          <a:r>
            <a:rPr lang="en-IN" sz="1900" kern="1200" dirty="0"/>
            <a:t>or working of the application is being tested.</a:t>
          </a:r>
          <a:endParaRPr lang="en-US" sz="1900" kern="1200" dirty="0"/>
        </a:p>
      </dsp:txBody>
      <dsp:txXfrm>
        <a:off x="122128" y="122198"/>
        <a:ext cx="2257542" cy="2578425"/>
      </dsp:txXfrm>
    </dsp:sp>
    <dsp:sp modelId="{EE15EA67-68A6-41C1-8382-08161A7991B1}">
      <dsp:nvSpPr>
        <dsp:cNvPr id="0" name=""/>
        <dsp:cNvSpPr/>
      </dsp:nvSpPr>
      <dsp:spPr>
        <a:xfrm rot="5400000">
          <a:off x="3596546" y="2151405"/>
          <a:ext cx="2258145" cy="444764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Regression Testing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Sanity Testing 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Smoke Testing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User Acceptance Testing (UAT)</a:t>
          </a:r>
          <a:endParaRPr lang="en-US" sz="2500" kern="1200"/>
        </a:p>
      </dsp:txBody>
      <dsp:txXfrm rot="-5400000">
        <a:off x="2501798" y="3356387"/>
        <a:ext cx="4337407" cy="2037677"/>
      </dsp:txXfrm>
    </dsp:sp>
    <dsp:sp modelId="{79825AC6-A113-4F0D-8177-CD221BB3DD46}">
      <dsp:nvSpPr>
        <dsp:cNvPr id="0" name=""/>
        <dsp:cNvSpPr/>
      </dsp:nvSpPr>
      <dsp:spPr>
        <a:xfrm>
          <a:off x="0" y="2963886"/>
          <a:ext cx="2501798" cy="28226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Common types of Black-Box Testing</a:t>
          </a:r>
          <a:endParaRPr lang="en-US" sz="1900" kern="1200"/>
        </a:p>
      </dsp:txBody>
      <dsp:txXfrm>
        <a:off x="122128" y="3086014"/>
        <a:ext cx="2257542" cy="25784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FE6AB-AF99-4E21-A886-06CA2789493F}">
      <dsp:nvSpPr>
        <dsp:cNvPr id="0" name=""/>
        <dsp:cNvSpPr/>
      </dsp:nvSpPr>
      <dsp:spPr>
        <a:xfrm>
          <a:off x="303260" y="2328"/>
          <a:ext cx="2887367" cy="1443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White-Box Testing </a:t>
          </a:r>
          <a:r>
            <a:rPr lang="en-IN" sz="1500" kern="1200"/>
            <a:t>is a software testing method where </a:t>
          </a:r>
          <a:r>
            <a:rPr lang="en-IN" sz="1500" b="1" kern="1200"/>
            <a:t>the tester has knowledge of the internal structure, design, and code </a:t>
          </a:r>
          <a:r>
            <a:rPr lang="en-IN" sz="1500" kern="1200"/>
            <a:t>of the software being tested.</a:t>
          </a:r>
          <a:endParaRPr lang="en-US" sz="1500" kern="1200"/>
        </a:p>
      </dsp:txBody>
      <dsp:txXfrm>
        <a:off x="345544" y="44612"/>
        <a:ext cx="2802799" cy="1359115"/>
      </dsp:txXfrm>
    </dsp:sp>
    <dsp:sp modelId="{2EB6E5A3-99B3-4D98-94F8-9A15DFE62B6C}">
      <dsp:nvSpPr>
        <dsp:cNvPr id="0" name=""/>
        <dsp:cNvSpPr/>
      </dsp:nvSpPr>
      <dsp:spPr>
        <a:xfrm>
          <a:off x="303260" y="1662565"/>
          <a:ext cx="2887367" cy="1443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Common types of White-Box Testing</a:t>
          </a:r>
          <a:endParaRPr lang="en-US" sz="1500" kern="1200"/>
        </a:p>
      </dsp:txBody>
      <dsp:txXfrm>
        <a:off x="345544" y="1704849"/>
        <a:ext cx="2802799" cy="1359115"/>
      </dsp:txXfrm>
    </dsp:sp>
    <dsp:sp modelId="{E9A55870-4A5F-4E10-9714-6DFA2945941A}">
      <dsp:nvSpPr>
        <dsp:cNvPr id="0" name=""/>
        <dsp:cNvSpPr/>
      </dsp:nvSpPr>
      <dsp:spPr>
        <a:xfrm rot="18289469">
          <a:off x="2756878" y="1527042"/>
          <a:ext cx="202244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22446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717540" y="1503727"/>
        <a:ext cx="101122" cy="101122"/>
      </dsp:txXfrm>
    </dsp:sp>
    <dsp:sp modelId="{8CE65F72-48D8-4B5A-A117-257D4B80373A}">
      <dsp:nvSpPr>
        <dsp:cNvPr id="0" name=""/>
        <dsp:cNvSpPr/>
      </dsp:nvSpPr>
      <dsp:spPr>
        <a:xfrm>
          <a:off x="4345575" y="2328"/>
          <a:ext cx="2887367" cy="14436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Unit Testing</a:t>
          </a:r>
          <a:endParaRPr lang="en-US" sz="1500" kern="1200"/>
        </a:p>
      </dsp:txBody>
      <dsp:txXfrm>
        <a:off x="4387859" y="44612"/>
        <a:ext cx="2802799" cy="1359115"/>
      </dsp:txXfrm>
    </dsp:sp>
    <dsp:sp modelId="{0C186ED4-EB48-4CF3-971D-AB38D17D50E3}">
      <dsp:nvSpPr>
        <dsp:cNvPr id="0" name=""/>
        <dsp:cNvSpPr/>
      </dsp:nvSpPr>
      <dsp:spPr>
        <a:xfrm>
          <a:off x="3190627" y="2357160"/>
          <a:ext cx="115494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154947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39227" y="2355533"/>
        <a:ext cx="57747" cy="57747"/>
      </dsp:txXfrm>
    </dsp:sp>
    <dsp:sp modelId="{9793EE64-3361-4EC0-AC3E-F649DADF0DB2}">
      <dsp:nvSpPr>
        <dsp:cNvPr id="0" name=""/>
        <dsp:cNvSpPr/>
      </dsp:nvSpPr>
      <dsp:spPr>
        <a:xfrm>
          <a:off x="4345575" y="1662565"/>
          <a:ext cx="2887367" cy="14436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Code coverage Testing</a:t>
          </a:r>
          <a:endParaRPr lang="en-US" sz="1500" kern="1200"/>
        </a:p>
      </dsp:txBody>
      <dsp:txXfrm>
        <a:off x="4387859" y="1704849"/>
        <a:ext cx="2802799" cy="1359115"/>
      </dsp:txXfrm>
    </dsp:sp>
    <dsp:sp modelId="{3A8D3E74-0263-49AE-B192-12FE39C88C9F}">
      <dsp:nvSpPr>
        <dsp:cNvPr id="0" name=""/>
        <dsp:cNvSpPr/>
      </dsp:nvSpPr>
      <dsp:spPr>
        <a:xfrm rot="3310531">
          <a:off x="2756878" y="3187279"/>
          <a:ext cx="202244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22446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717540" y="3163964"/>
        <a:ext cx="101122" cy="101122"/>
      </dsp:txXfrm>
    </dsp:sp>
    <dsp:sp modelId="{04227B45-ED8B-4B39-A43E-BC6AB4DD596D}">
      <dsp:nvSpPr>
        <dsp:cNvPr id="0" name=""/>
        <dsp:cNvSpPr/>
      </dsp:nvSpPr>
      <dsp:spPr>
        <a:xfrm>
          <a:off x="4345575" y="3322801"/>
          <a:ext cx="2887367" cy="14436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Integration testing</a:t>
          </a:r>
          <a:endParaRPr lang="en-US" sz="1500" kern="1200"/>
        </a:p>
      </dsp:txBody>
      <dsp:txXfrm>
        <a:off x="4387859" y="3365085"/>
        <a:ext cx="2802799" cy="13591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5D6A6-F3EC-4FED-BE0D-1CE1A36FCBE7}">
      <dsp:nvSpPr>
        <dsp:cNvPr id="0" name=""/>
        <dsp:cNvSpPr/>
      </dsp:nvSpPr>
      <dsp:spPr>
        <a:xfrm>
          <a:off x="0" y="391"/>
          <a:ext cx="10506456" cy="5393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4C16E-3916-495D-A02D-23F095AE62A5}">
      <dsp:nvSpPr>
        <dsp:cNvPr id="0" name=""/>
        <dsp:cNvSpPr/>
      </dsp:nvSpPr>
      <dsp:spPr>
        <a:xfrm>
          <a:off x="163142" y="121737"/>
          <a:ext cx="296622" cy="296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A3581-4FBA-4801-9268-D196C256A24E}">
      <dsp:nvSpPr>
        <dsp:cNvPr id="0" name=""/>
        <dsp:cNvSpPr/>
      </dsp:nvSpPr>
      <dsp:spPr>
        <a:xfrm>
          <a:off x="622906" y="391"/>
          <a:ext cx="9883549" cy="5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77" tIns="57077" rIns="57077" bIns="5707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Regression Testing: </a:t>
          </a:r>
          <a:r>
            <a:rPr lang="en-IN" sz="1500" kern="1200" dirty="0"/>
            <a:t>It is full or partial selection of already executed test cases that are re-executed to ensure the existing functionalities are working fine</a:t>
          </a:r>
          <a:endParaRPr lang="en-US" sz="1500" kern="1200" dirty="0"/>
        </a:p>
      </dsp:txBody>
      <dsp:txXfrm>
        <a:off x="622906" y="391"/>
        <a:ext cx="9883549" cy="539313"/>
      </dsp:txXfrm>
    </dsp:sp>
    <dsp:sp modelId="{67E951B3-AC6A-4832-9F26-E532FA1B1D64}">
      <dsp:nvSpPr>
        <dsp:cNvPr id="0" name=""/>
        <dsp:cNvSpPr/>
      </dsp:nvSpPr>
      <dsp:spPr>
        <a:xfrm>
          <a:off x="0" y="674533"/>
          <a:ext cx="10506456" cy="5393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A5540-916A-48F3-83BD-658C5FF86326}">
      <dsp:nvSpPr>
        <dsp:cNvPr id="0" name=""/>
        <dsp:cNvSpPr/>
      </dsp:nvSpPr>
      <dsp:spPr>
        <a:xfrm>
          <a:off x="163142" y="795878"/>
          <a:ext cx="296622" cy="296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E4CFC-B054-49F6-A3AC-9AC83F724CC0}">
      <dsp:nvSpPr>
        <dsp:cNvPr id="0" name=""/>
        <dsp:cNvSpPr/>
      </dsp:nvSpPr>
      <dsp:spPr>
        <a:xfrm>
          <a:off x="622906" y="674533"/>
          <a:ext cx="9883549" cy="5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77" tIns="57077" rIns="57077" bIns="5707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Sanity Testing: </a:t>
          </a:r>
          <a:r>
            <a:rPr lang="en-IN" sz="1500" kern="1200"/>
            <a:t>It is a quick check to see if a specific part of the software works after small changes or bug fixes.</a:t>
          </a:r>
          <a:endParaRPr lang="en-US" sz="1500" kern="1200"/>
        </a:p>
      </dsp:txBody>
      <dsp:txXfrm>
        <a:off x="622906" y="674533"/>
        <a:ext cx="9883549" cy="539313"/>
      </dsp:txXfrm>
    </dsp:sp>
    <dsp:sp modelId="{5C06B1C2-1758-4F09-B0B4-6C9FF6DF5B38}">
      <dsp:nvSpPr>
        <dsp:cNvPr id="0" name=""/>
        <dsp:cNvSpPr/>
      </dsp:nvSpPr>
      <dsp:spPr>
        <a:xfrm>
          <a:off x="0" y="1348674"/>
          <a:ext cx="10506456" cy="5393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34BEE-F043-4449-BA87-C316CAD9F969}">
      <dsp:nvSpPr>
        <dsp:cNvPr id="0" name=""/>
        <dsp:cNvSpPr/>
      </dsp:nvSpPr>
      <dsp:spPr>
        <a:xfrm>
          <a:off x="163142" y="1470020"/>
          <a:ext cx="296622" cy="296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F814-4CAD-4CEA-8C94-21293DA8D676}">
      <dsp:nvSpPr>
        <dsp:cNvPr id="0" name=""/>
        <dsp:cNvSpPr/>
      </dsp:nvSpPr>
      <dsp:spPr>
        <a:xfrm>
          <a:off x="622906" y="1348674"/>
          <a:ext cx="9883549" cy="5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77" tIns="57077" rIns="57077" bIns="5707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Smoke Testing: </a:t>
          </a:r>
          <a:r>
            <a:rPr lang="en-IN" sz="1500" kern="1200"/>
            <a:t>It is a basic, quick test to check if the main functionality of software works.</a:t>
          </a:r>
          <a:endParaRPr lang="en-US" sz="1500" kern="1200"/>
        </a:p>
      </dsp:txBody>
      <dsp:txXfrm>
        <a:off x="622906" y="1348674"/>
        <a:ext cx="9883549" cy="539313"/>
      </dsp:txXfrm>
    </dsp:sp>
    <dsp:sp modelId="{990A4EC3-088F-422A-84D5-CB709141FA0D}">
      <dsp:nvSpPr>
        <dsp:cNvPr id="0" name=""/>
        <dsp:cNvSpPr/>
      </dsp:nvSpPr>
      <dsp:spPr>
        <a:xfrm>
          <a:off x="0" y="2022816"/>
          <a:ext cx="10506456" cy="539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43AE2-FD9A-4E36-B1BE-C5B7BB41BDA3}">
      <dsp:nvSpPr>
        <dsp:cNvPr id="0" name=""/>
        <dsp:cNvSpPr/>
      </dsp:nvSpPr>
      <dsp:spPr>
        <a:xfrm>
          <a:off x="163142" y="2144161"/>
          <a:ext cx="296622" cy="2966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D1C8B-FF0C-4013-8A18-695F0CB8107D}">
      <dsp:nvSpPr>
        <dsp:cNvPr id="0" name=""/>
        <dsp:cNvSpPr/>
      </dsp:nvSpPr>
      <dsp:spPr>
        <a:xfrm>
          <a:off x="622906" y="2022816"/>
          <a:ext cx="9883549" cy="5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77" tIns="57077" rIns="57077" bIns="5707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Unit Testing: </a:t>
          </a:r>
          <a:r>
            <a:rPr lang="en-IN" sz="1500" kern="1200"/>
            <a:t>It means testing the smallest part of the code like a single functionality or module, by itself.</a:t>
          </a:r>
          <a:endParaRPr lang="en-US" sz="1500" kern="1200"/>
        </a:p>
      </dsp:txBody>
      <dsp:txXfrm>
        <a:off x="622906" y="2022816"/>
        <a:ext cx="9883549" cy="539313"/>
      </dsp:txXfrm>
    </dsp:sp>
    <dsp:sp modelId="{38F4AF7B-F4D5-45D1-9677-25AB9697189D}">
      <dsp:nvSpPr>
        <dsp:cNvPr id="0" name=""/>
        <dsp:cNvSpPr/>
      </dsp:nvSpPr>
      <dsp:spPr>
        <a:xfrm>
          <a:off x="0" y="2696957"/>
          <a:ext cx="10506456" cy="539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79A90-E68E-49D5-B7C2-4DD7D42BF567}">
      <dsp:nvSpPr>
        <dsp:cNvPr id="0" name=""/>
        <dsp:cNvSpPr/>
      </dsp:nvSpPr>
      <dsp:spPr>
        <a:xfrm>
          <a:off x="163142" y="2818303"/>
          <a:ext cx="296622" cy="2966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BEA88-0C18-4E6E-AA19-8F03A200C9D6}">
      <dsp:nvSpPr>
        <dsp:cNvPr id="0" name=""/>
        <dsp:cNvSpPr/>
      </dsp:nvSpPr>
      <dsp:spPr>
        <a:xfrm>
          <a:off x="622906" y="2696957"/>
          <a:ext cx="9883549" cy="5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77" tIns="57077" rIns="57077" bIns="5707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Integration testing: </a:t>
          </a:r>
          <a:r>
            <a:rPr lang="en-IN" sz="1500" kern="1200"/>
            <a:t>Checking if different units, modules of software applications are tested as combined entity. </a:t>
          </a:r>
          <a:endParaRPr lang="en-US" sz="1500" kern="1200"/>
        </a:p>
      </dsp:txBody>
      <dsp:txXfrm>
        <a:off x="622906" y="2696957"/>
        <a:ext cx="9883549" cy="539313"/>
      </dsp:txXfrm>
    </dsp:sp>
    <dsp:sp modelId="{860CBE08-7053-40F5-BBA9-0A18510D5FF4}">
      <dsp:nvSpPr>
        <dsp:cNvPr id="0" name=""/>
        <dsp:cNvSpPr/>
      </dsp:nvSpPr>
      <dsp:spPr>
        <a:xfrm>
          <a:off x="0" y="3371099"/>
          <a:ext cx="10506456" cy="5393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8BE29-0413-4116-898F-9E3F99BCC005}">
      <dsp:nvSpPr>
        <dsp:cNvPr id="0" name=""/>
        <dsp:cNvSpPr/>
      </dsp:nvSpPr>
      <dsp:spPr>
        <a:xfrm>
          <a:off x="163142" y="3492444"/>
          <a:ext cx="296622" cy="2966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D50E4-41CD-48DE-8542-5A47C82F5773}">
      <dsp:nvSpPr>
        <dsp:cNvPr id="0" name=""/>
        <dsp:cNvSpPr/>
      </dsp:nvSpPr>
      <dsp:spPr>
        <a:xfrm>
          <a:off x="622906" y="3371099"/>
          <a:ext cx="9883549" cy="5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77" tIns="57077" rIns="57077" bIns="5707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System Testing: </a:t>
          </a:r>
          <a:r>
            <a:rPr lang="en-IN" sz="1500" kern="1200"/>
            <a:t>It evaluates the complete and integrated software system to ensure it meets the specified requirements and it tests the entire system as a whole, including both functional and non-functional.</a:t>
          </a:r>
          <a:endParaRPr lang="en-US" sz="1500" kern="1200"/>
        </a:p>
      </dsp:txBody>
      <dsp:txXfrm>
        <a:off x="622906" y="3371099"/>
        <a:ext cx="9883549" cy="539313"/>
      </dsp:txXfrm>
    </dsp:sp>
    <dsp:sp modelId="{6E646B3E-54FB-4A80-8A81-F2D653E207A8}">
      <dsp:nvSpPr>
        <dsp:cNvPr id="0" name=""/>
        <dsp:cNvSpPr/>
      </dsp:nvSpPr>
      <dsp:spPr>
        <a:xfrm>
          <a:off x="0" y="4045240"/>
          <a:ext cx="10506456" cy="5393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BF3F1-C31A-44DA-839D-07916E57884A}">
      <dsp:nvSpPr>
        <dsp:cNvPr id="0" name=""/>
        <dsp:cNvSpPr/>
      </dsp:nvSpPr>
      <dsp:spPr>
        <a:xfrm>
          <a:off x="163142" y="4166586"/>
          <a:ext cx="296622" cy="29662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CBBE0-629A-4E33-9EDA-3E1F16055516}">
      <dsp:nvSpPr>
        <dsp:cNvPr id="0" name=""/>
        <dsp:cNvSpPr/>
      </dsp:nvSpPr>
      <dsp:spPr>
        <a:xfrm>
          <a:off x="622906" y="4045240"/>
          <a:ext cx="9883549" cy="539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77" tIns="57077" rIns="57077" bIns="5707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UAT Testing:</a:t>
          </a:r>
          <a:r>
            <a:rPr lang="en-IN" sz="1500" kern="1200"/>
            <a:t> End user can test the application before the production go live.</a:t>
          </a:r>
          <a:endParaRPr lang="en-US" sz="1500" kern="1200"/>
        </a:p>
      </dsp:txBody>
      <dsp:txXfrm>
        <a:off x="622906" y="4045240"/>
        <a:ext cx="9883549" cy="5393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0DC3B-3470-4DEF-AF2F-FBF1AB4514E0}">
      <dsp:nvSpPr>
        <dsp:cNvPr id="0" name=""/>
        <dsp:cNvSpPr/>
      </dsp:nvSpPr>
      <dsp:spPr>
        <a:xfrm>
          <a:off x="0" y="823138"/>
          <a:ext cx="6949440" cy="556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Performance Testing:</a:t>
          </a:r>
          <a:r>
            <a:rPr lang="en-IN" sz="1400" kern="1200"/>
            <a:t> It is the process that evaluates how well an application perform under specific conditions, focusing on its speed, stability under varying work-loads</a:t>
          </a:r>
          <a:endParaRPr lang="en-US" sz="1400" kern="1200"/>
        </a:p>
      </dsp:txBody>
      <dsp:txXfrm>
        <a:off x="27187" y="850325"/>
        <a:ext cx="6895066" cy="502546"/>
      </dsp:txXfrm>
    </dsp:sp>
    <dsp:sp modelId="{D1E730DA-652B-4322-8172-C9CDE193ECE2}">
      <dsp:nvSpPr>
        <dsp:cNvPr id="0" name=""/>
        <dsp:cNvSpPr/>
      </dsp:nvSpPr>
      <dsp:spPr>
        <a:xfrm>
          <a:off x="0" y="1420378"/>
          <a:ext cx="6949440" cy="556920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Usability testing: </a:t>
          </a:r>
          <a:r>
            <a:rPr lang="en-IN" sz="1400" kern="1200"/>
            <a:t>It checks how easy and friendly the software is for real users.</a:t>
          </a:r>
          <a:endParaRPr lang="en-US" sz="1400" kern="1200"/>
        </a:p>
      </dsp:txBody>
      <dsp:txXfrm>
        <a:off x="27187" y="1447565"/>
        <a:ext cx="6895066" cy="502546"/>
      </dsp:txXfrm>
    </dsp:sp>
    <dsp:sp modelId="{CA8EC7BF-A4F1-49B2-AA9B-7AE9126FF92D}">
      <dsp:nvSpPr>
        <dsp:cNvPr id="0" name=""/>
        <dsp:cNvSpPr/>
      </dsp:nvSpPr>
      <dsp:spPr>
        <a:xfrm>
          <a:off x="0" y="2017618"/>
          <a:ext cx="6949440" cy="55692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Re-Testing:</a:t>
          </a:r>
          <a:r>
            <a:rPr lang="en-IN" sz="1400" kern="1200"/>
            <a:t> It means testing a bug or issue again after it has been fixed.</a:t>
          </a:r>
          <a:endParaRPr lang="en-US" sz="1400" kern="1200"/>
        </a:p>
      </dsp:txBody>
      <dsp:txXfrm>
        <a:off x="27187" y="2044805"/>
        <a:ext cx="6895066" cy="502546"/>
      </dsp:txXfrm>
    </dsp:sp>
    <dsp:sp modelId="{DF208F5D-78BE-4A28-8A8C-BA53C231BF57}">
      <dsp:nvSpPr>
        <dsp:cNvPr id="0" name=""/>
        <dsp:cNvSpPr/>
      </dsp:nvSpPr>
      <dsp:spPr>
        <a:xfrm>
          <a:off x="0" y="2614858"/>
          <a:ext cx="6949440" cy="55692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Exploratory Testing:</a:t>
          </a:r>
          <a:r>
            <a:rPr lang="en-IN" sz="1400" kern="1200"/>
            <a:t> The testers use the software freely to find bugs without following pre-written test cases.</a:t>
          </a:r>
          <a:endParaRPr lang="en-US" sz="1400" kern="1200"/>
        </a:p>
      </dsp:txBody>
      <dsp:txXfrm>
        <a:off x="27187" y="2642045"/>
        <a:ext cx="6895066" cy="502546"/>
      </dsp:txXfrm>
    </dsp:sp>
    <dsp:sp modelId="{DA7BA255-58EE-4623-9E51-92903AABF16E}">
      <dsp:nvSpPr>
        <dsp:cNvPr id="0" name=""/>
        <dsp:cNvSpPr/>
      </dsp:nvSpPr>
      <dsp:spPr>
        <a:xfrm>
          <a:off x="0" y="3212099"/>
          <a:ext cx="6949440" cy="55692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Adhoc Testing:</a:t>
          </a:r>
          <a:r>
            <a:rPr lang="en-IN" sz="1400" kern="1200"/>
            <a:t> It is unplanned and informal testing, testers just try to break the software in any way they can.</a:t>
          </a:r>
          <a:endParaRPr lang="en-US" sz="1400" kern="1200"/>
        </a:p>
      </dsp:txBody>
      <dsp:txXfrm>
        <a:off x="27187" y="3239286"/>
        <a:ext cx="6895066" cy="502546"/>
      </dsp:txXfrm>
    </dsp:sp>
    <dsp:sp modelId="{D34DE4A7-9277-40E4-978D-51ED4AEB737A}">
      <dsp:nvSpPr>
        <dsp:cNvPr id="0" name=""/>
        <dsp:cNvSpPr/>
      </dsp:nvSpPr>
      <dsp:spPr>
        <a:xfrm>
          <a:off x="0" y="3809339"/>
          <a:ext cx="6949440" cy="556920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Monkey testing:</a:t>
          </a:r>
          <a:r>
            <a:rPr lang="en-IN" sz="1400" kern="1200"/>
            <a:t> It is using the software in completely random ways. Testers do anything without any plans, to see if it breaks.</a:t>
          </a:r>
          <a:endParaRPr lang="en-US" sz="1400" kern="1200"/>
        </a:p>
      </dsp:txBody>
      <dsp:txXfrm>
        <a:off x="27187" y="3836526"/>
        <a:ext cx="6895066" cy="502546"/>
      </dsp:txXfrm>
    </dsp:sp>
    <dsp:sp modelId="{E0D822A2-3365-4068-BE04-910B0716AE44}">
      <dsp:nvSpPr>
        <dsp:cNvPr id="0" name=""/>
        <dsp:cNvSpPr/>
      </dsp:nvSpPr>
      <dsp:spPr>
        <a:xfrm>
          <a:off x="0" y="4406579"/>
          <a:ext cx="6949440" cy="5569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End-to-End testing:</a:t>
          </a:r>
          <a:r>
            <a:rPr lang="en-IN" sz="1400" kern="1200"/>
            <a:t> It is the testing the entire application from start to end, just like a real user would, to make sure all parts work together correctly.</a:t>
          </a:r>
          <a:endParaRPr lang="en-US" sz="1400" kern="1200"/>
        </a:p>
      </dsp:txBody>
      <dsp:txXfrm>
        <a:off x="27187" y="4433766"/>
        <a:ext cx="6895066" cy="5025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216FA-7DAF-488A-9B7B-472AE72ABBDB}">
      <dsp:nvSpPr>
        <dsp:cNvPr id="0" name=""/>
        <dsp:cNvSpPr/>
      </dsp:nvSpPr>
      <dsp:spPr>
        <a:xfrm>
          <a:off x="1336" y="0"/>
          <a:ext cx="5210649" cy="441435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243" tIns="330200" rIns="40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Positive Testing: </a:t>
          </a:r>
          <a:r>
            <a:rPr lang="en-IN" sz="2600" kern="1200"/>
            <a:t>Testing the software with valid inputs to check if it works as expected.</a:t>
          </a:r>
          <a:endParaRPr lang="en-US" sz="2600" kern="1200"/>
        </a:p>
      </dsp:txBody>
      <dsp:txXfrm>
        <a:off x="1336" y="1677454"/>
        <a:ext cx="5210649" cy="2648612"/>
      </dsp:txXfrm>
    </dsp:sp>
    <dsp:sp modelId="{CB4DEF0A-2290-4A1D-8F14-2E87A5C0BDCD}">
      <dsp:nvSpPr>
        <dsp:cNvPr id="0" name=""/>
        <dsp:cNvSpPr/>
      </dsp:nvSpPr>
      <dsp:spPr>
        <a:xfrm>
          <a:off x="1944507" y="441435"/>
          <a:ext cx="1324306" cy="132430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248" tIns="12700" rIns="10324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138447" y="635375"/>
        <a:ext cx="936426" cy="936426"/>
      </dsp:txXfrm>
    </dsp:sp>
    <dsp:sp modelId="{320FADAC-E440-482A-BB31-ED64FBB74961}">
      <dsp:nvSpPr>
        <dsp:cNvPr id="0" name=""/>
        <dsp:cNvSpPr/>
      </dsp:nvSpPr>
      <dsp:spPr>
        <a:xfrm>
          <a:off x="1336" y="4414282"/>
          <a:ext cx="5210649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FECBA-0C00-40B2-A37E-10E4C89DCD5E}">
      <dsp:nvSpPr>
        <dsp:cNvPr id="0" name=""/>
        <dsp:cNvSpPr/>
      </dsp:nvSpPr>
      <dsp:spPr>
        <a:xfrm>
          <a:off x="5733050" y="0"/>
          <a:ext cx="5210649" cy="441435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243" tIns="330200" rIns="40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Negative Testing:</a:t>
          </a:r>
          <a:r>
            <a:rPr lang="en-IN" sz="2600" kern="1200"/>
            <a:t> Testing the software with invalid inputs to check if it handles errors properly.</a:t>
          </a:r>
          <a:endParaRPr lang="en-US" sz="2600" kern="1200"/>
        </a:p>
      </dsp:txBody>
      <dsp:txXfrm>
        <a:off x="5733050" y="1677454"/>
        <a:ext cx="5210649" cy="2648612"/>
      </dsp:txXfrm>
    </dsp:sp>
    <dsp:sp modelId="{F86D72AC-DBF0-404D-AC46-C316998EBAD1}">
      <dsp:nvSpPr>
        <dsp:cNvPr id="0" name=""/>
        <dsp:cNvSpPr/>
      </dsp:nvSpPr>
      <dsp:spPr>
        <a:xfrm>
          <a:off x="7676222" y="441435"/>
          <a:ext cx="1324306" cy="1324306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248" tIns="12700" rIns="10324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870162" y="635375"/>
        <a:ext cx="936426" cy="936426"/>
      </dsp:txXfrm>
    </dsp:sp>
    <dsp:sp modelId="{A2E95A59-089B-44D2-8169-D411AFFF7C35}">
      <dsp:nvSpPr>
        <dsp:cNvPr id="0" name=""/>
        <dsp:cNvSpPr/>
      </dsp:nvSpPr>
      <dsp:spPr>
        <a:xfrm>
          <a:off x="5733050" y="4414282"/>
          <a:ext cx="5210649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D131-3507-F1EE-A0EF-1C5152096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A50B5-5664-746C-330F-65C205E86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EB577-0C71-4000-BA84-C368D861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62187-A2D5-251F-5FDD-3577E962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EB05E-346C-8D73-AA21-76254592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0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1D83-DA8B-633F-F21B-7B06CB5C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87A0-3941-83B6-8E91-C648C29F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6B1B-7CA6-155A-DF00-8EB0BE67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33CF5-286D-B7C8-57C5-0798523C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D7D90-EF8F-657D-692D-7A486299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647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0C0F-2896-64C5-0243-1B8E1142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2C255-D3C0-B1A5-859A-9BED78384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D62C5-F6B1-3C76-5847-60653090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68F8B-431A-7194-C6D5-D191A8D7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C1237-1DC6-96D9-BA3D-BFD44B4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33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B3D2-8160-37EE-DCBB-B97C8FFE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3BD8-7409-EC9B-7834-53FB58E75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DF52A-88C4-D02E-E213-980A99F5B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4F758-E156-4A71-9296-14C3841A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D4081-8FFC-444B-D5FC-DB58D319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7FF33-416F-B892-EC21-56727F77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0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33C6-60DB-554C-1628-80A3371F8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E5842-0F1A-940F-1B67-E247C77E6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B7F04-E387-9995-02FE-1948401FD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A58F4-0D97-0AF7-3E18-08BFDB651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595FA-6755-611B-A682-59DAC7C68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A1DB4-0304-3B79-E449-DD193A720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55704-0AB1-1379-A2E1-42890DD2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D2866-AA16-809B-48AD-2EDCC7CC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20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3E7F-0953-03CC-0D97-8B660F27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353C7-3593-C5D6-2D06-16DE6D27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BA22B-F1F0-0145-37A2-2971C8AA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6C436-7D0A-0A7A-B2A5-3DB67393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00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3F9B6-915F-A815-2B01-B2E69C73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98BA3-6846-0FC2-8B76-E7B0CAF0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9EE33-E119-FA9F-3C7F-AAFDDA2E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74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45F1-C685-0DA2-72DF-930DC256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5BC51-9CD0-DE04-4D59-76E641F5C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7F19D-776A-DDD7-11D1-5390BF799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87190-D46A-D2E4-A46A-7DC5CD52D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5A599-7DE7-181C-E708-58040FE3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C53B1-0042-03D2-0144-EAD205F6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808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1BA4-C7AE-56D6-3BEE-6AA1C295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C813D-C399-9030-FFBA-A14CD5C731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E06AD-E18C-E153-461D-949A6B8F5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87368-F235-F826-92B6-37AF5402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ABB74-FDDF-4E58-1BA8-F371344B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65F3F-75A8-8D8C-AED8-E1638A86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659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9FA77-69C1-D9FC-6878-4D33B123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A69BF-2B1A-BFEF-039A-72639A484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4896C-F3FE-A269-88AD-5215DE80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8DA7-D603-3C8C-B981-8A2EB22B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04FCD-9319-995B-FA68-B3E55E65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6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971DA-8B09-E23D-864D-D6E90E867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36E87-59B8-1D1A-4DE4-BA0A716DA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F9080-766D-0DD1-A312-8A3609A2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2830B-CFB4-060B-58AD-7A87D824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923A3-43F7-996F-B5D9-4712821F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29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2081A-AF90-F23A-8F96-92AE7C9B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80FAD-791F-C8D9-6D1F-15D71AE44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EF1B5-6CA3-63EB-4051-59215FEDC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000A4-09F2-44D3-A28D-C3A49B6AB4A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4EC0E-161B-C2D5-E436-CFF4052E3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0CB8C-3BD9-5DE6-678D-69FDF8D10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45156-E118-47C0-AB90-DA68E7F49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5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E2EA5-6878-B0A2-5521-853FB483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7CFA23-A8FE-AB9C-1E12-A3D6A51689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00594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698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20FDD-54DC-0F82-09FA-CB9BF6792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Software Testing?</a:t>
            </a:r>
          </a:p>
        </p:txBody>
      </p:sp>
      <p:pic>
        <p:nvPicPr>
          <p:cNvPr id="6" name="Graphic 5" descr="Test Plan">
            <a:extLst>
              <a:ext uri="{FF2B5EF4-FFF2-40B4-BE49-F238E27FC236}">
                <a16:creationId xmlns:a16="http://schemas.microsoft.com/office/drawing/2014/main" id="{DBE8F610-BCAA-F569-A9FE-F5FF12B9F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9249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E4680F-445C-AADB-B5E2-576D86110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IN" sz="4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Software testing?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F6443-3FA3-9BD7-48F1-BDCE3BB6E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marL="342900" indent="-342900" algn="r">
              <a:buFont typeface="Wingdings" panose="05000000000000000000" pitchFamily="2" charset="2"/>
              <a:buChar char="Ø"/>
            </a:pPr>
            <a:r>
              <a:rPr lang="en-IN" sz="2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</a:t>
            </a:r>
            <a:r>
              <a:rPr lang="en-IN" sz="2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evaluating and verifying that a software product or application meets its requirement and functions as expected.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9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B83A20-D758-49A8-771E-8788C847A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Software Quality?</a:t>
            </a:r>
          </a:p>
        </p:txBody>
      </p:sp>
    </p:spTree>
    <p:extLst>
      <p:ext uri="{BB962C8B-B14F-4D97-AF65-F5344CB8AC3E}">
        <p14:creationId xmlns:p14="http://schemas.microsoft.com/office/powerpoint/2010/main" val="176608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CDC94-8E23-5D07-B456-C6C7BEA0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Software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DA130-838F-2BDF-E021-3EAF67DCD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degree to which a software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product meets specified requirement and user expectations,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encompassing its functionality, reliability, usability and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52286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C11DF-0D38-5361-0FFE-0E91E29B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</a:t>
            </a:r>
            <a:r>
              <a:rPr lang="en-US" sz="4000" b="1" dirty="0">
                <a:solidFill>
                  <a:srgbClr val="FFFFFF"/>
                </a:solidFill>
              </a:rPr>
              <a:t> vs</a:t>
            </a:r>
            <a:br>
              <a:rPr lang="en-US" sz="4000" b="1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</a:rPr>
              <a:t>Product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B65F2B-60BB-D02F-7586-D8EDCBAF8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IN" sz="2000" b="1" dirty="0"/>
              <a:t>Project</a:t>
            </a:r>
            <a:r>
              <a:rPr lang="en-IN" sz="2000" dirty="0"/>
              <a:t>: </a:t>
            </a:r>
            <a:r>
              <a:rPr lang="en-US" sz="2000" dirty="0"/>
              <a:t>A project refers to the series of steps involved in creating software before it becomes available to the market. Once the project is completed, the outcome is termed as a product</a:t>
            </a:r>
          </a:p>
          <a:p>
            <a:r>
              <a:rPr lang="en-US" sz="2000" b="1" dirty="0"/>
              <a:t>Product: </a:t>
            </a:r>
            <a:r>
              <a:rPr lang="en-US" sz="2000" dirty="0"/>
              <a:t>The software is built by developers on requests from the customer. After the customer is satisfied with the development process, he launches the software by manufacturing it.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EEB28A-5B7B-38A0-E933-E43C9E5EB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688934"/>
            <a:ext cx="3615776" cy="149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18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1B51B-0E91-BC36-0E3C-5E1AB448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do we need Testing?</a:t>
            </a:r>
          </a:p>
        </p:txBody>
      </p:sp>
      <p:pic>
        <p:nvPicPr>
          <p:cNvPr id="6" name="Graphic 5" descr="Test tubes">
            <a:extLst>
              <a:ext uri="{FF2B5EF4-FFF2-40B4-BE49-F238E27FC236}">
                <a16:creationId xmlns:a16="http://schemas.microsoft.com/office/drawing/2014/main" id="{7D98C982-90C5-D243-DA74-CAC560511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56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3E820-73F2-33C8-30FA-048A785B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Why do we need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95FCC-81B6-A9B5-8C81-BC5D3310D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N" sz="2000" dirty="0"/>
              <a:t>Testing in software is essential </a:t>
            </a:r>
            <a:r>
              <a:rPr lang="en-IN" sz="2000" b="1" dirty="0"/>
              <a:t>because it helps ensure that the software works correctly, </a:t>
            </a:r>
            <a:r>
              <a:rPr lang="en-IN" sz="2000" dirty="0"/>
              <a:t>reliably and safely before it is released to the users.</a:t>
            </a:r>
          </a:p>
          <a:p>
            <a:pPr marL="0" indent="0">
              <a:buNone/>
            </a:pPr>
            <a:r>
              <a:rPr lang="en-IN" sz="2000" b="1" dirty="0"/>
              <a:t>Key reasons why testing need: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 find and fix bug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 ensure functionality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 improve security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 enhance performance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To ensure compatibility</a:t>
            </a:r>
          </a:p>
        </p:txBody>
      </p:sp>
    </p:spTree>
    <p:extLst>
      <p:ext uri="{BB962C8B-B14F-4D97-AF65-F5344CB8AC3E}">
        <p14:creationId xmlns:p14="http://schemas.microsoft.com/office/powerpoint/2010/main" val="288533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A3FCA-8A24-5DA4-6D4D-836D1135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Error, Bug and Failure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3D2106-9372-D405-2503-8BF085C95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40300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259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CC4BA0-1298-4DBD-86F1-B51D8C9D3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B7B71-CE0B-A99A-2F2C-B5163C57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8" y="502021"/>
            <a:ext cx="5427525" cy="1667997"/>
          </a:xfrm>
        </p:spPr>
        <p:txBody>
          <a:bodyPr anchor="b"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E1D26-842C-6AA5-6983-1E8A865AD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8" y="2405467"/>
            <a:ext cx="5427526" cy="353508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US" sz="2000" b="1" dirty="0"/>
              <a:t>Software Development Life Cycle (SDLC) </a:t>
            </a:r>
            <a:r>
              <a:rPr lang="en-US" sz="2000" dirty="0"/>
              <a:t>is a structured process that is used to design, develop, and test high-quality software.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 goal of the SDLC life cycle model is to deliver high-quality, maintainable software that meets the user's requirements.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56731-9F32-4B15-1B3E-262DC05B1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" b="496"/>
          <a:stretch>
            <a:fillRect/>
          </a:stretch>
        </p:blipFill>
        <p:spPr>
          <a:xfrm>
            <a:off x="7047513" y="975645"/>
            <a:ext cx="4443447" cy="4443447"/>
          </a:xfrm>
          <a:custGeom>
            <a:avLst/>
            <a:gdLst/>
            <a:ahLst/>
            <a:cxnLst/>
            <a:rect l="l" t="t" r="r" b="b"/>
            <a:pathLst>
              <a:path w="4694238" h="4694238">
                <a:moveTo>
                  <a:pt x="2347119" y="0"/>
                </a:moveTo>
                <a:cubicBezTo>
                  <a:pt x="3643397" y="0"/>
                  <a:pt x="4694238" y="1050841"/>
                  <a:pt x="4694238" y="2347119"/>
                </a:cubicBezTo>
                <a:cubicBezTo>
                  <a:pt x="4694238" y="3643397"/>
                  <a:pt x="3643397" y="4694238"/>
                  <a:pt x="2347119" y="4694238"/>
                </a:cubicBezTo>
                <a:cubicBezTo>
                  <a:pt x="1050841" y="4694238"/>
                  <a:pt x="0" y="3643397"/>
                  <a:pt x="0" y="2347119"/>
                </a:cubicBezTo>
                <a:cubicBezTo>
                  <a:pt x="0" y="1050841"/>
                  <a:pt x="1050841" y="0"/>
                  <a:pt x="2347119" y="0"/>
                </a:cubicBez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9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8F020-EDED-412F-30DD-373DDB17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 Methodologies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271635-A636-718E-30F4-1E0840275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976178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6757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59162-4797-7B74-F6F3-C918416B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21080-12AA-E040-8E9B-D1F7FAF75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IN" sz="1800" dirty="0"/>
              <a:t>It is a sequential development process that flows like waterfall through all the phases of projects.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E4E52-2FB4-32CF-5F8D-CB03B2EE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653171"/>
            <a:ext cx="5837780" cy="35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64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2070F5-2149-410A-A2C7-E00E2E7B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FEF0-3039-B5FA-96D0-7928EB9A8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methodology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software testing practice that follows the Agile software development methodology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ACF11-0D37-E5E7-52B5-1E85BFBFD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429560"/>
            <a:ext cx="5837780" cy="399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B6FB3-FE3D-38FC-6A8E-537BFEC4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Spiral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86B3E-69EC-09DD-C7E4-1478A047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Spiral Model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and risk-driven approach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is a way of developing software in repeated cycles, while checking for risks at every step.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EA467-E141-6AE9-7AE5-BC7D6C402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911176"/>
            <a:ext cx="5837780" cy="303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467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F9B3B-A4BD-9F79-BC6F-B9223553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V-Model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58A21-DDF4-54BB-1F38-E0FF14045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V-Model (Verification and Validation Model) is a way of developing software where testing is planned in parallel with development.</a:t>
            </a:r>
          </a:p>
          <a:p>
            <a:endParaRPr lang="en-IN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B01A0-F8C5-CF87-1DA8-3312FA9A2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27" y="1114923"/>
            <a:ext cx="4866048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69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0C2FF-A05D-9F3F-C596-1DDCDFF1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Static testing and Dynamic testing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CD143E-802F-EFF5-5FCF-E66952D0D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441920"/>
            <a:ext cx="7225748" cy="397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38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81ADD-C071-B89E-2906-40EACDB0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CB00-A0E9-1032-646B-5CC7E65BC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methods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different ways to test software to find bugs and make sure it works correctly.</a:t>
            </a:r>
          </a:p>
          <a:p>
            <a:endParaRPr lang="en-IN" sz="2000"/>
          </a:p>
          <a:p>
            <a:pPr marL="0" indent="0">
              <a:buNone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 Types of Software Testing Methods:</a:t>
            </a:r>
          </a:p>
          <a:p>
            <a:pPr marL="0" indent="0">
              <a:buNone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Black-Box Testing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White-Box Testing</a:t>
            </a:r>
          </a:p>
        </p:txBody>
      </p:sp>
    </p:spTree>
    <p:extLst>
      <p:ext uri="{BB962C8B-B14F-4D97-AF65-F5344CB8AC3E}">
        <p14:creationId xmlns:p14="http://schemas.microsoft.com/office/powerpoint/2010/main" val="12930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618BD-BAAE-16D5-D92C-26D82138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Black-Box testing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1B97E8-1D1B-E5AF-4030-E27BB69B1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26274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9328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35D83-6D5F-FA96-850A-995F9FA0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White-Box Testing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0CFE47-BF2D-BD25-8A9B-9BE1C49E40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986499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1410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CEC0B-9119-1BE0-68B0-0B906FD1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594691-512F-38C0-39B9-32A3351BC8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713986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5587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5D527-EE5B-D95C-C6B7-4FF08A09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Testing types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7076D0-2196-E867-E943-01C77D645B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55092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6369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C5178-5390-1D7E-6618-7AE3FFE7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Testing types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A15C9F-49AC-2F0F-C628-F7635F761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920744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6709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79A76D-296D-B381-CF46-7CF0E1ED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5C23-AAB7-2E13-064E-B74E7A366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STLC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Software Testing Life Cycle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structured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activities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during the software testing process.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BAD48-6C84-0141-B79F-D447F58EB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823610"/>
            <a:ext cx="5837780" cy="321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4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1118CB-5E46-E679-E839-CA5505172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4" r="16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5882C-79E7-D83F-8235-41C56767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30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960</Words>
  <Application>Microsoft Office PowerPoint</Application>
  <PresentationFormat>Widescreen</PresentationFormat>
  <Paragraphs>91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What is Software</vt:lpstr>
      <vt:lpstr>What is Software Testing?</vt:lpstr>
      <vt:lpstr>What is Software testing?</vt:lpstr>
      <vt:lpstr>What is Software Quality?</vt:lpstr>
      <vt:lpstr>What is Software Quality</vt:lpstr>
      <vt:lpstr>Project vs Product</vt:lpstr>
      <vt:lpstr>Why do we need Testing?</vt:lpstr>
      <vt:lpstr>Why do we need testing?</vt:lpstr>
      <vt:lpstr>Error, Bug and Failure</vt:lpstr>
      <vt:lpstr>SDLC</vt:lpstr>
      <vt:lpstr>Software Methodologies</vt:lpstr>
      <vt:lpstr>Waterfall Methodology</vt:lpstr>
      <vt:lpstr>Agile Methodology</vt:lpstr>
      <vt:lpstr>Spiral Model</vt:lpstr>
      <vt:lpstr>V-Model</vt:lpstr>
      <vt:lpstr>Static testing and Dynamic testing</vt:lpstr>
      <vt:lpstr>Software Testing Methods</vt:lpstr>
      <vt:lpstr>Black-Box testing</vt:lpstr>
      <vt:lpstr>White-Box Testing</vt:lpstr>
      <vt:lpstr>Testing types</vt:lpstr>
      <vt:lpstr>Testing types</vt:lpstr>
      <vt:lpstr>Testing types</vt:lpstr>
      <vt:lpstr>STLC</vt:lpstr>
      <vt:lpstr>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Basha J, Salim (Cognizant)</dc:creator>
  <cp:lastModifiedBy>Basha J, Salim (Cognizant)</cp:lastModifiedBy>
  <cp:revision>23</cp:revision>
  <dcterms:created xsi:type="dcterms:W3CDTF">2025-07-07T09:04:12Z</dcterms:created>
  <dcterms:modified xsi:type="dcterms:W3CDTF">2025-12-04T03:39:02Z</dcterms:modified>
</cp:coreProperties>
</file>